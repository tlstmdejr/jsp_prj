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20" r:id="rId1"/>
    <p:sldMasterId id="2147483821" r:id="rId2"/>
  </p:sldMasterIdLst>
  <p:sldIdLst>
    <p:sldId id="263" r:id="rId3"/>
    <p:sldId id="262" r:id="rId4"/>
  </p:sldIdLst>
  <p:sldSz cx="24384000" cy="13716000"/>
  <p:notesSz cx="6858000" cy="9144000"/>
  <p:embeddedFontLst>
    <p:embeddedFont>
      <p:font typeface="맑은 고딕" panose="020B0503020000020004" pitchFamily="50" charset="-127"/>
      <p:regular r:id="rId5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60" userDrawn="1">
          <p15:clr>
            <a:srgbClr val="A4A3A4"/>
          </p15:clr>
        </p15:guide>
        <p15:guide id="1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E01A1-3A6D-4834-8174-F3A798CFD3D6}" v="154" dt="2025-10-05T10:37:53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17" autoAdjust="0"/>
    <p:restoredTop sz="94622" autoAdjust="0"/>
  </p:normalViewPr>
  <p:slideViewPr>
    <p:cSldViewPr snapToObjects="1">
      <p:cViewPr varScale="1">
        <p:scale>
          <a:sx n="71" d="100"/>
          <a:sy n="71" d="100"/>
        </p:scale>
        <p:origin x="114" y="4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microsoft.com/office/2016/11/relationships/changesInfo" Target="changesInfos/changesInfo1.xml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신승덕." userId="45e1ab22-8be9-4c0d-a441-f4e3f7566fc6" providerId="ADAL" clId="{77782822-A56A-4B37-876D-9D0C12ECC060}"/>
    <pc:docChg chg="undo custSel modSld">
      <pc:chgData name="신승덕." userId="45e1ab22-8be9-4c0d-a441-f4e3f7566fc6" providerId="ADAL" clId="{77782822-A56A-4B37-876D-9D0C12ECC060}" dt="2025-10-05T10:37:53.332" v="1843" actId="20577"/>
      <pc:docMkLst>
        <pc:docMk/>
      </pc:docMkLst>
      <pc:sldChg chg="addSp delSp modSp mod">
        <pc:chgData name="신승덕." userId="45e1ab22-8be9-4c0d-a441-f4e3f7566fc6" providerId="ADAL" clId="{77782822-A56A-4B37-876D-9D0C12ECC060}" dt="2025-10-05T10:24:42.551" v="1731" actId="20577"/>
        <pc:sldMkLst>
          <pc:docMk/>
          <pc:sldMk cId="0" sldId="262"/>
        </pc:sldMkLst>
        <pc:spChg chg="mod ord">
          <ac:chgData name="신승덕." userId="45e1ab22-8be9-4c0d-a441-f4e3f7566fc6" providerId="ADAL" clId="{77782822-A56A-4B37-876D-9D0C12ECC060}" dt="2025-10-05T10:05:50.536" v="799" actId="1076"/>
          <ac:spMkLst>
            <pc:docMk/>
            <pc:sldMk cId="0" sldId="262"/>
            <ac:spMk id="2" creationId="{12C9A5C0-5B05-E108-45A5-DB09A5DBF64F}"/>
          </ac:spMkLst>
        </pc:spChg>
        <pc:spChg chg="del">
          <ac:chgData name="신승덕." userId="45e1ab22-8be9-4c0d-a441-f4e3f7566fc6" providerId="ADAL" clId="{77782822-A56A-4B37-876D-9D0C12ECC060}" dt="2025-10-05T09:05:09.030" v="1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신승덕." userId="45e1ab22-8be9-4c0d-a441-f4e3f7566fc6" providerId="ADAL" clId="{77782822-A56A-4B37-876D-9D0C12ECC060}" dt="2025-10-05T09:55:40.225" v="670"/>
          <ac:spMkLst>
            <pc:docMk/>
            <pc:sldMk cId="0" sldId="262"/>
            <ac:spMk id="5" creationId="{740C429B-3551-89BD-2D52-0627BB509040}"/>
          </ac:spMkLst>
        </pc:spChg>
        <pc:spChg chg="add mod">
          <ac:chgData name="신승덕." userId="45e1ab22-8be9-4c0d-a441-f4e3f7566fc6" providerId="ADAL" clId="{77782822-A56A-4B37-876D-9D0C12ECC060}" dt="2025-10-05T09:55:40.225" v="670"/>
          <ac:spMkLst>
            <pc:docMk/>
            <pc:sldMk cId="0" sldId="262"/>
            <ac:spMk id="8" creationId="{D4A86AEB-DC5A-73D4-F6B2-857E9E3F2A74}"/>
          </ac:spMkLst>
        </pc:spChg>
        <pc:spChg chg="add mod">
          <ac:chgData name="신승덕." userId="45e1ab22-8be9-4c0d-a441-f4e3f7566fc6" providerId="ADAL" clId="{77782822-A56A-4B37-876D-9D0C12ECC060}" dt="2025-10-05T10:03:27.893" v="793" actId="20577"/>
          <ac:spMkLst>
            <pc:docMk/>
            <pc:sldMk cId="0" sldId="262"/>
            <ac:spMk id="14" creationId="{5DAB2531-C1E1-73FD-3761-EBE9BDD1607A}"/>
          </ac:spMkLst>
        </pc:spChg>
        <pc:spChg chg="add mod">
          <ac:chgData name="신승덕." userId="45e1ab22-8be9-4c0d-a441-f4e3f7566fc6" providerId="ADAL" clId="{77782822-A56A-4B37-876D-9D0C12ECC060}" dt="2025-10-05T09:55:40.225" v="670"/>
          <ac:spMkLst>
            <pc:docMk/>
            <pc:sldMk cId="0" sldId="262"/>
            <ac:spMk id="15" creationId="{F6F5C5ED-389F-71FA-D086-DF908BD1D1AA}"/>
          </ac:spMkLst>
        </pc:spChg>
        <pc:spChg chg="add mod">
          <ac:chgData name="신승덕." userId="45e1ab22-8be9-4c0d-a441-f4e3f7566fc6" providerId="ADAL" clId="{77782822-A56A-4B37-876D-9D0C12ECC060}" dt="2025-10-05T09:55:40.225" v="670"/>
          <ac:spMkLst>
            <pc:docMk/>
            <pc:sldMk cId="0" sldId="262"/>
            <ac:spMk id="16" creationId="{1F2B3957-4AA1-26B4-6894-DDE87C4D63AE}"/>
          </ac:spMkLst>
        </pc:spChg>
        <pc:spChg chg="add mod">
          <ac:chgData name="신승덕." userId="45e1ab22-8be9-4c0d-a441-f4e3f7566fc6" providerId="ADAL" clId="{77782822-A56A-4B37-876D-9D0C12ECC060}" dt="2025-10-05T10:06:10.740" v="803" actId="1076"/>
          <ac:spMkLst>
            <pc:docMk/>
            <pc:sldMk cId="0" sldId="262"/>
            <ac:spMk id="18" creationId="{4C2BA216-6CE3-2FE5-8102-4291FDA5F54B}"/>
          </ac:spMkLst>
        </pc:spChg>
        <pc:spChg chg="add mod">
          <ac:chgData name="신승덕." userId="45e1ab22-8be9-4c0d-a441-f4e3f7566fc6" providerId="ADAL" clId="{77782822-A56A-4B37-876D-9D0C12ECC060}" dt="2025-10-05T10:06:08.572" v="802" actId="1076"/>
          <ac:spMkLst>
            <pc:docMk/>
            <pc:sldMk cId="0" sldId="262"/>
            <ac:spMk id="19" creationId="{1842C281-B084-015C-55A4-35556E5559A6}"/>
          </ac:spMkLst>
        </pc:spChg>
        <pc:spChg chg="add mod">
          <ac:chgData name="신승덕." userId="45e1ab22-8be9-4c0d-a441-f4e3f7566fc6" providerId="ADAL" clId="{77782822-A56A-4B37-876D-9D0C12ECC060}" dt="2025-10-05T09:55:40.225" v="670"/>
          <ac:spMkLst>
            <pc:docMk/>
            <pc:sldMk cId="0" sldId="262"/>
            <ac:spMk id="20" creationId="{99A23107-C87B-77A1-507D-558FF519524C}"/>
          </ac:spMkLst>
        </pc:spChg>
        <pc:spChg chg="add mod">
          <ac:chgData name="신승덕." userId="45e1ab22-8be9-4c0d-a441-f4e3f7566fc6" providerId="ADAL" clId="{77782822-A56A-4B37-876D-9D0C12ECC060}" dt="2025-10-05T09:55:40.225" v="670"/>
          <ac:spMkLst>
            <pc:docMk/>
            <pc:sldMk cId="0" sldId="262"/>
            <ac:spMk id="22" creationId="{ED6A83EB-E25C-DF44-25E2-F98C7F3D45B8}"/>
          </ac:spMkLst>
        </pc:spChg>
        <pc:spChg chg="add mod">
          <ac:chgData name="신승덕." userId="45e1ab22-8be9-4c0d-a441-f4e3f7566fc6" providerId="ADAL" clId="{77782822-A56A-4B37-876D-9D0C12ECC060}" dt="2025-10-05T09:55:40.225" v="670"/>
          <ac:spMkLst>
            <pc:docMk/>
            <pc:sldMk cId="0" sldId="262"/>
            <ac:spMk id="23" creationId="{050FCEBB-4461-CE9D-DC79-C36BD6B2939B}"/>
          </ac:spMkLst>
        </pc:spChg>
        <pc:spChg chg="add mod">
          <ac:chgData name="신승덕." userId="45e1ab22-8be9-4c0d-a441-f4e3f7566fc6" providerId="ADAL" clId="{77782822-A56A-4B37-876D-9D0C12ECC060}" dt="2025-10-05T10:00:54.376" v="757" actId="1076"/>
          <ac:spMkLst>
            <pc:docMk/>
            <pc:sldMk cId="0" sldId="262"/>
            <ac:spMk id="32" creationId="{A9EBE06F-D4BD-1B0D-9B25-BA05AB208041}"/>
          </ac:spMkLst>
        </pc:spChg>
        <pc:spChg chg="add mod">
          <ac:chgData name="신승덕." userId="45e1ab22-8be9-4c0d-a441-f4e3f7566fc6" providerId="ADAL" clId="{77782822-A56A-4B37-876D-9D0C12ECC060}" dt="2025-10-05T09:59:53.456" v="739" actId="1076"/>
          <ac:spMkLst>
            <pc:docMk/>
            <pc:sldMk cId="0" sldId="262"/>
            <ac:spMk id="33" creationId="{77A9E6B1-A42F-2EBA-42C3-0E12F85DEE72}"/>
          </ac:spMkLst>
        </pc:spChg>
        <pc:spChg chg="add mod">
          <ac:chgData name="신승덕." userId="45e1ab22-8be9-4c0d-a441-f4e3f7566fc6" providerId="ADAL" clId="{77782822-A56A-4B37-876D-9D0C12ECC060}" dt="2025-10-05T09:59:46.656" v="738" actId="1076"/>
          <ac:spMkLst>
            <pc:docMk/>
            <pc:sldMk cId="0" sldId="262"/>
            <ac:spMk id="34" creationId="{0FEF94EF-07ED-A35F-1CE7-30009F21376A}"/>
          </ac:spMkLst>
        </pc:spChg>
        <pc:spChg chg="add mod">
          <ac:chgData name="신승덕." userId="45e1ab22-8be9-4c0d-a441-f4e3f7566fc6" providerId="ADAL" clId="{77782822-A56A-4B37-876D-9D0C12ECC060}" dt="2025-10-05T09:59:53.456" v="739" actId="1076"/>
          <ac:spMkLst>
            <pc:docMk/>
            <pc:sldMk cId="0" sldId="262"/>
            <ac:spMk id="35" creationId="{54C8209F-BBE3-AAA9-B1C8-ACEDD2C443AE}"/>
          </ac:spMkLst>
        </pc:spChg>
        <pc:spChg chg="add mod">
          <ac:chgData name="신승덕." userId="45e1ab22-8be9-4c0d-a441-f4e3f7566fc6" providerId="ADAL" clId="{77782822-A56A-4B37-876D-9D0C12ECC060}" dt="2025-10-05T09:59:53.456" v="739" actId="1076"/>
          <ac:spMkLst>
            <pc:docMk/>
            <pc:sldMk cId="0" sldId="262"/>
            <ac:spMk id="36" creationId="{CFE896F3-8E0B-20B2-54F5-1C36F6B7DB98}"/>
          </ac:spMkLst>
        </pc:spChg>
        <pc:spChg chg="add mod">
          <ac:chgData name="신승덕." userId="45e1ab22-8be9-4c0d-a441-f4e3f7566fc6" providerId="ADAL" clId="{77782822-A56A-4B37-876D-9D0C12ECC060}" dt="2025-10-05T09:57:23.758" v="697"/>
          <ac:spMkLst>
            <pc:docMk/>
            <pc:sldMk cId="0" sldId="262"/>
            <ac:spMk id="37" creationId="{F8E1E64E-B68B-8D21-C276-0580F7B25682}"/>
          </ac:spMkLst>
        </pc:spChg>
        <pc:spChg chg="del mod">
          <ac:chgData name="신승덕." userId="45e1ab22-8be9-4c0d-a441-f4e3f7566fc6" providerId="ADAL" clId="{77782822-A56A-4B37-876D-9D0C12ECC060}" dt="2025-10-05T09:55:52.307" v="672" actId="478"/>
          <ac:spMkLst>
            <pc:docMk/>
            <pc:sldMk cId="0" sldId="262"/>
            <ac:spMk id="38" creationId="{00000000-0000-0000-0000-000000000000}"/>
          </ac:spMkLst>
        </pc:spChg>
        <pc:spChg chg="add mod">
          <ac:chgData name="신승덕." userId="45e1ab22-8be9-4c0d-a441-f4e3f7566fc6" providerId="ADAL" clId="{77782822-A56A-4B37-876D-9D0C12ECC060}" dt="2025-10-05T09:57:23.758" v="697"/>
          <ac:spMkLst>
            <pc:docMk/>
            <pc:sldMk cId="0" sldId="262"/>
            <ac:spMk id="39" creationId="{9C205A91-62C8-28ED-F386-BD26E45007AB}"/>
          </ac:spMkLst>
        </pc:spChg>
        <pc:spChg chg="add mod">
          <ac:chgData name="신승덕." userId="45e1ab22-8be9-4c0d-a441-f4e3f7566fc6" providerId="ADAL" clId="{77782822-A56A-4B37-876D-9D0C12ECC060}" dt="2025-10-05T09:57:23.758" v="697"/>
          <ac:spMkLst>
            <pc:docMk/>
            <pc:sldMk cId="0" sldId="262"/>
            <ac:spMk id="40" creationId="{32C3BD69-461A-FBFE-DE48-C00086263EDE}"/>
          </ac:spMkLst>
        </pc:spChg>
        <pc:spChg chg="add mod">
          <ac:chgData name="신승덕." userId="45e1ab22-8be9-4c0d-a441-f4e3f7566fc6" providerId="ADAL" clId="{77782822-A56A-4B37-876D-9D0C12ECC060}" dt="2025-10-05T09:57:23.758" v="697"/>
          <ac:spMkLst>
            <pc:docMk/>
            <pc:sldMk cId="0" sldId="262"/>
            <ac:spMk id="41" creationId="{8B29FD44-FCC9-8AB0-4829-0B88304E0CBA}"/>
          </ac:spMkLst>
        </pc:spChg>
        <pc:spChg chg="add mod">
          <ac:chgData name="신승덕." userId="45e1ab22-8be9-4c0d-a441-f4e3f7566fc6" providerId="ADAL" clId="{77782822-A56A-4B37-876D-9D0C12ECC060}" dt="2025-10-05T09:57:23.758" v="697"/>
          <ac:spMkLst>
            <pc:docMk/>
            <pc:sldMk cId="0" sldId="262"/>
            <ac:spMk id="42" creationId="{BC62C7BE-7C63-7FB9-181B-57809FDE1B63}"/>
          </ac:spMkLst>
        </pc:spChg>
        <pc:spChg chg="add mod">
          <ac:chgData name="신승덕." userId="45e1ab22-8be9-4c0d-a441-f4e3f7566fc6" providerId="ADAL" clId="{77782822-A56A-4B37-876D-9D0C12ECC060}" dt="2025-10-05T09:57:26.207" v="698"/>
          <ac:spMkLst>
            <pc:docMk/>
            <pc:sldMk cId="0" sldId="262"/>
            <ac:spMk id="43" creationId="{A2599C7C-8B5C-F11E-018E-BC65734B5125}"/>
          </ac:spMkLst>
        </pc:spChg>
        <pc:spChg chg="add mod">
          <ac:chgData name="신승덕." userId="45e1ab22-8be9-4c0d-a441-f4e3f7566fc6" providerId="ADAL" clId="{77782822-A56A-4B37-876D-9D0C12ECC060}" dt="2025-10-05T09:57:26.207" v="698"/>
          <ac:spMkLst>
            <pc:docMk/>
            <pc:sldMk cId="0" sldId="262"/>
            <ac:spMk id="44" creationId="{E3B0DC66-00AF-0B03-2CDB-CC7A79790F07}"/>
          </ac:spMkLst>
        </pc:spChg>
        <pc:spChg chg="add mod">
          <ac:chgData name="신승덕." userId="45e1ab22-8be9-4c0d-a441-f4e3f7566fc6" providerId="ADAL" clId="{77782822-A56A-4B37-876D-9D0C12ECC060}" dt="2025-10-05T09:57:26.207" v="698"/>
          <ac:spMkLst>
            <pc:docMk/>
            <pc:sldMk cId="0" sldId="262"/>
            <ac:spMk id="45" creationId="{0E0650DD-1301-5C10-AADE-ED62A0E57046}"/>
          </ac:spMkLst>
        </pc:spChg>
        <pc:spChg chg="add mod">
          <ac:chgData name="신승덕." userId="45e1ab22-8be9-4c0d-a441-f4e3f7566fc6" providerId="ADAL" clId="{77782822-A56A-4B37-876D-9D0C12ECC060}" dt="2025-10-05T09:57:26.207" v="698"/>
          <ac:spMkLst>
            <pc:docMk/>
            <pc:sldMk cId="0" sldId="262"/>
            <ac:spMk id="46" creationId="{020B0CC6-BF94-4944-21B8-9E05D31C1353}"/>
          </ac:spMkLst>
        </pc:spChg>
        <pc:spChg chg="add mod">
          <ac:chgData name="신승덕." userId="45e1ab22-8be9-4c0d-a441-f4e3f7566fc6" providerId="ADAL" clId="{77782822-A56A-4B37-876D-9D0C12ECC060}" dt="2025-10-05T09:57:26.207" v="698"/>
          <ac:spMkLst>
            <pc:docMk/>
            <pc:sldMk cId="0" sldId="262"/>
            <ac:spMk id="47" creationId="{F52BB8AD-E4B0-2A29-B857-25258ED9BB4E}"/>
          </ac:spMkLst>
        </pc:spChg>
        <pc:spChg chg="add mod">
          <ac:chgData name="신승덕." userId="45e1ab22-8be9-4c0d-a441-f4e3f7566fc6" providerId="ADAL" clId="{77782822-A56A-4B37-876D-9D0C12ECC060}" dt="2025-10-05T10:00:03.546" v="742" actId="1076"/>
          <ac:spMkLst>
            <pc:docMk/>
            <pc:sldMk cId="0" sldId="262"/>
            <ac:spMk id="52" creationId="{C415EB6F-D1EF-C8FC-5C62-6F143D7D732F}"/>
          </ac:spMkLst>
        </pc:spChg>
        <pc:spChg chg="add mod">
          <ac:chgData name="신승덕." userId="45e1ab22-8be9-4c0d-a441-f4e3f7566fc6" providerId="ADAL" clId="{77782822-A56A-4B37-876D-9D0C12ECC060}" dt="2025-10-05T10:00:06.131" v="744" actId="1076"/>
          <ac:spMkLst>
            <pc:docMk/>
            <pc:sldMk cId="0" sldId="262"/>
            <ac:spMk id="54" creationId="{F7F9AEAE-3C83-7ADE-C719-0091E91810DE}"/>
          </ac:spMkLst>
        </pc:spChg>
        <pc:spChg chg="add del mod">
          <ac:chgData name="신승덕." userId="45e1ab22-8be9-4c0d-a441-f4e3f7566fc6" providerId="ADAL" clId="{77782822-A56A-4B37-876D-9D0C12ECC060}" dt="2025-10-05T10:00:29.041" v="751" actId="478"/>
          <ac:spMkLst>
            <pc:docMk/>
            <pc:sldMk cId="0" sldId="262"/>
            <ac:spMk id="55" creationId="{9EEBC51F-4E87-DE39-E697-DB5DEE707B99}"/>
          </ac:spMkLst>
        </pc:spChg>
        <pc:spChg chg="add mod">
          <ac:chgData name="신승덕." userId="45e1ab22-8be9-4c0d-a441-f4e3f7566fc6" providerId="ADAL" clId="{77782822-A56A-4B37-876D-9D0C12ECC060}" dt="2025-10-05T10:01:05.324" v="759" actId="1076"/>
          <ac:spMkLst>
            <pc:docMk/>
            <pc:sldMk cId="0" sldId="262"/>
            <ac:spMk id="58" creationId="{18DA9F05-6F8C-5771-8C0D-499E5AF2DA58}"/>
          </ac:spMkLst>
        </pc:spChg>
        <pc:spChg chg="del">
          <ac:chgData name="신승덕." userId="45e1ab22-8be9-4c0d-a441-f4e3f7566fc6" providerId="ADAL" clId="{77782822-A56A-4B37-876D-9D0C12ECC060}" dt="2025-10-05T09:05:09.030" v="12" actId="478"/>
          <ac:spMkLst>
            <pc:docMk/>
            <pc:sldMk cId="0" sldId="262"/>
            <ac:spMk id="59" creationId="{00000000-0000-0000-0000-000000000000}"/>
          </ac:spMkLst>
        </pc:spChg>
        <pc:spChg chg="add mod">
          <ac:chgData name="신승덕." userId="45e1ab22-8be9-4c0d-a441-f4e3f7566fc6" providerId="ADAL" clId="{77782822-A56A-4B37-876D-9D0C12ECC060}" dt="2025-10-05T10:01:05.324" v="759" actId="1076"/>
          <ac:spMkLst>
            <pc:docMk/>
            <pc:sldMk cId="0" sldId="262"/>
            <ac:spMk id="60" creationId="{321F0654-9604-DB7A-EC39-4AB427F31A40}"/>
          </ac:spMkLst>
        </pc:spChg>
        <pc:spChg chg="add mod">
          <ac:chgData name="신승덕." userId="45e1ab22-8be9-4c0d-a441-f4e3f7566fc6" providerId="ADAL" clId="{77782822-A56A-4B37-876D-9D0C12ECC060}" dt="2025-10-05T10:01:05.324" v="759" actId="1076"/>
          <ac:spMkLst>
            <pc:docMk/>
            <pc:sldMk cId="0" sldId="262"/>
            <ac:spMk id="61" creationId="{9A7A8050-B577-1453-E757-AA2BC43128F1}"/>
          </ac:spMkLst>
        </pc:spChg>
        <pc:spChg chg="add mod">
          <ac:chgData name="신승덕." userId="45e1ab22-8be9-4c0d-a441-f4e3f7566fc6" providerId="ADAL" clId="{77782822-A56A-4B37-876D-9D0C12ECC060}" dt="2025-10-05T10:01:11.352" v="761" actId="1076"/>
          <ac:spMkLst>
            <pc:docMk/>
            <pc:sldMk cId="0" sldId="262"/>
            <ac:spMk id="62" creationId="{41677E23-D0EE-2658-A9E5-917A5EE8AB0A}"/>
          </ac:spMkLst>
        </pc:spChg>
        <pc:spChg chg="add mod">
          <ac:chgData name="신승덕." userId="45e1ab22-8be9-4c0d-a441-f4e3f7566fc6" providerId="ADAL" clId="{77782822-A56A-4B37-876D-9D0C12ECC060}" dt="2025-10-05T10:01:11.352" v="761" actId="1076"/>
          <ac:spMkLst>
            <pc:docMk/>
            <pc:sldMk cId="0" sldId="262"/>
            <ac:spMk id="63" creationId="{5631BC67-4A13-70FD-D484-D589ABF0D0F1}"/>
          </ac:spMkLst>
        </pc:spChg>
        <pc:spChg chg="add mod">
          <ac:chgData name="신승덕." userId="45e1ab22-8be9-4c0d-a441-f4e3f7566fc6" providerId="ADAL" clId="{77782822-A56A-4B37-876D-9D0C12ECC060}" dt="2025-10-05T10:01:11.352" v="761" actId="1076"/>
          <ac:spMkLst>
            <pc:docMk/>
            <pc:sldMk cId="0" sldId="262"/>
            <ac:spMk id="65" creationId="{4908128F-CBA4-93F7-8F3F-6B56E39290A3}"/>
          </ac:spMkLst>
        </pc:spChg>
        <pc:spChg chg="add mod">
          <ac:chgData name="신승덕." userId="45e1ab22-8be9-4c0d-a441-f4e3f7566fc6" providerId="ADAL" clId="{77782822-A56A-4B37-876D-9D0C12ECC060}" dt="2025-10-05T10:01:22.322" v="764" actId="1076"/>
          <ac:spMkLst>
            <pc:docMk/>
            <pc:sldMk cId="0" sldId="262"/>
            <ac:spMk id="66" creationId="{83AF1E7E-542B-8CA7-24AE-A7873802B34F}"/>
          </ac:spMkLst>
        </pc:spChg>
        <pc:spChg chg="add mod">
          <ac:chgData name="신승덕." userId="45e1ab22-8be9-4c0d-a441-f4e3f7566fc6" providerId="ADAL" clId="{77782822-A56A-4B37-876D-9D0C12ECC060}" dt="2025-10-05T10:01:22.322" v="764" actId="1076"/>
          <ac:spMkLst>
            <pc:docMk/>
            <pc:sldMk cId="0" sldId="262"/>
            <ac:spMk id="68" creationId="{3655D9E4-4893-88BC-033B-82FD5A4E91DB}"/>
          </ac:spMkLst>
        </pc:spChg>
        <pc:spChg chg="add mod">
          <ac:chgData name="신승덕." userId="45e1ab22-8be9-4c0d-a441-f4e3f7566fc6" providerId="ADAL" clId="{77782822-A56A-4B37-876D-9D0C12ECC060}" dt="2025-10-05T10:01:22.322" v="764" actId="1076"/>
          <ac:spMkLst>
            <pc:docMk/>
            <pc:sldMk cId="0" sldId="262"/>
            <ac:spMk id="69" creationId="{60203FED-FDF1-1B51-DC24-270237D2B8F8}"/>
          </ac:spMkLst>
        </pc:spChg>
        <pc:spChg chg="del">
          <ac:chgData name="신승덕." userId="45e1ab22-8be9-4c0d-a441-f4e3f7566fc6" providerId="ADAL" clId="{77782822-A56A-4B37-876D-9D0C12ECC060}" dt="2025-10-05T09:05:09.030" v="12" actId="478"/>
          <ac:spMkLst>
            <pc:docMk/>
            <pc:sldMk cId="0" sldId="262"/>
            <ac:spMk id="70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5:09.030" v="12" actId="478"/>
          <ac:spMkLst>
            <pc:docMk/>
            <pc:sldMk cId="0" sldId="262"/>
            <ac:spMk id="73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5:09.030" v="12" actId="478"/>
          <ac:spMkLst>
            <pc:docMk/>
            <pc:sldMk cId="0" sldId="262"/>
            <ac:spMk id="74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5:09.030" v="12" actId="478"/>
          <ac:spMkLst>
            <pc:docMk/>
            <pc:sldMk cId="0" sldId="262"/>
            <ac:spMk id="75" creationId="{00000000-0000-0000-0000-000000000000}"/>
          </ac:spMkLst>
        </pc:spChg>
        <pc:spChg chg="add mod">
          <ac:chgData name="신승덕." userId="45e1ab22-8be9-4c0d-a441-f4e3f7566fc6" providerId="ADAL" clId="{77782822-A56A-4B37-876D-9D0C12ECC060}" dt="2025-10-05T10:02:49.371" v="783" actId="1076"/>
          <ac:spMkLst>
            <pc:docMk/>
            <pc:sldMk cId="0" sldId="262"/>
            <ac:spMk id="79" creationId="{240F531F-03B9-06C9-FF91-83F7D2CA020B}"/>
          </ac:spMkLst>
        </pc:spChg>
        <pc:spChg chg="add mod">
          <ac:chgData name="신승덕." userId="45e1ab22-8be9-4c0d-a441-f4e3f7566fc6" providerId="ADAL" clId="{77782822-A56A-4B37-876D-9D0C12ECC060}" dt="2025-10-05T10:02:52.106" v="785" actId="1076"/>
          <ac:spMkLst>
            <pc:docMk/>
            <pc:sldMk cId="0" sldId="262"/>
            <ac:spMk id="80" creationId="{7431F9CA-39D5-D8D7-352A-CC9236683106}"/>
          </ac:spMkLst>
        </pc:spChg>
        <pc:spChg chg="del">
          <ac:chgData name="신승덕." userId="45e1ab22-8be9-4c0d-a441-f4e3f7566fc6" providerId="ADAL" clId="{77782822-A56A-4B37-876D-9D0C12ECC060}" dt="2025-10-05T09:05:09.030" v="12" actId="478"/>
          <ac:spMkLst>
            <pc:docMk/>
            <pc:sldMk cId="0" sldId="262"/>
            <ac:spMk id="101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5:09.030" v="12" actId="478"/>
          <ac:spMkLst>
            <pc:docMk/>
            <pc:sldMk cId="0" sldId="262"/>
            <ac:spMk id="106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5:09.030" v="12" actId="478"/>
          <ac:spMkLst>
            <pc:docMk/>
            <pc:sldMk cId="0" sldId="262"/>
            <ac:spMk id="110" creationId="{00000000-0000-0000-0000-000000000000}"/>
          </ac:spMkLst>
        </pc:spChg>
        <pc:spChg chg="mod">
          <ac:chgData name="신승덕." userId="45e1ab22-8be9-4c0d-a441-f4e3f7566fc6" providerId="ADAL" clId="{77782822-A56A-4B37-876D-9D0C12ECC060}" dt="2025-10-05T10:24:42.551" v="1731" actId="20577"/>
          <ac:spMkLst>
            <pc:docMk/>
            <pc:sldMk cId="0" sldId="262"/>
            <ac:spMk id="116" creationId="{00000000-0000-0000-0000-000000000000}"/>
          </ac:spMkLst>
        </pc:spChg>
        <pc:spChg chg="del mod">
          <ac:chgData name="신승덕." userId="45e1ab22-8be9-4c0d-a441-f4e3f7566fc6" providerId="ADAL" clId="{77782822-A56A-4B37-876D-9D0C12ECC060}" dt="2025-10-05T09:05:11.434" v="14" actId="478"/>
          <ac:spMkLst>
            <pc:docMk/>
            <pc:sldMk cId="0" sldId="262"/>
            <ac:spMk id="117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5:09.030" v="12" actId="478"/>
          <ac:spMkLst>
            <pc:docMk/>
            <pc:sldMk cId="0" sldId="262"/>
            <ac:spMk id="124" creationId="{00000000-0000-0000-0000-000000000000}"/>
          </ac:spMkLst>
        </pc:spChg>
        <pc:graphicFrameChg chg="add mod">
          <ac:chgData name="신승덕." userId="45e1ab22-8be9-4c0d-a441-f4e3f7566fc6" providerId="ADAL" clId="{77782822-A56A-4B37-876D-9D0C12ECC060}" dt="2025-10-05T09:56:09.516" v="675" actId="1076"/>
          <ac:graphicFrameMkLst>
            <pc:docMk/>
            <pc:sldMk cId="0" sldId="262"/>
            <ac:graphicFrameMk id="26" creationId="{008D776D-9656-66FD-1066-5F8B2F9EB5C6}"/>
          </ac:graphicFrameMkLst>
        </pc:graphicFrameChg>
        <pc:graphicFrameChg chg="add mod">
          <ac:chgData name="신승덕." userId="45e1ab22-8be9-4c0d-a441-f4e3f7566fc6" providerId="ADAL" clId="{77782822-A56A-4B37-876D-9D0C12ECC060}" dt="2025-10-05T09:56:14.180" v="677" actId="1076"/>
          <ac:graphicFrameMkLst>
            <pc:docMk/>
            <pc:sldMk cId="0" sldId="262"/>
            <ac:graphicFrameMk id="27" creationId="{0477B3A6-74D4-E9F6-E170-AA76EB8052A1}"/>
          </ac:graphicFrameMkLst>
        </pc:graphicFrameChg>
        <pc:graphicFrameChg chg="add mod">
          <ac:chgData name="신승덕." userId="45e1ab22-8be9-4c0d-a441-f4e3f7566fc6" providerId="ADAL" clId="{77782822-A56A-4B37-876D-9D0C12ECC060}" dt="2025-10-05T09:56:19.317" v="679" actId="1076"/>
          <ac:graphicFrameMkLst>
            <pc:docMk/>
            <pc:sldMk cId="0" sldId="262"/>
            <ac:graphicFrameMk id="28" creationId="{200B2846-FF04-A7B5-AECE-A7D6A655FFEC}"/>
          </ac:graphicFrameMkLst>
        </pc:graphicFrameChg>
        <pc:graphicFrameChg chg="add del mod modGraphic">
          <ac:chgData name="신승덕." userId="45e1ab22-8be9-4c0d-a441-f4e3f7566fc6" providerId="ADAL" clId="{77782822-A56A-4B37-876D-9D0C12ECC060}" dt="2025-10-05T09:56:42.511" v="685" actId="478"/>
          <ac:graphicFrameMkLst>
            <pc:docMk/>
            <pc:sldMk cId="0" sldId="262"/>
            <ac:graphicFrameMk id="29" creationId="{7FAFCB11-3D8D-46F8-F944-A21F56029E22}"/>
          </ac:graphicFrameMkLst>
        </pc:graphicFrameChg>
        <pc:graphicFrameChg chg="add mod">
          <ac:chgData name="신승덕." userId="45e1ab22-8be9-4c0d-a441-f4e3f7566fc6" providerId="ADAL" clId="{77782822-A56A-4B37-876D-9D0C12ECC060}" dt="2025-10-05T09:56:46.757" v="686"/>
          <ac:graphicFrameMkLst>
            <pc:docMk/>
            <pc:sldMk cId="0" sldId="262"/>
            <ac:graphicFrameMk id="30" creationId="{428BDA06-0A35-45E2-A256-0CC4486793DC}"/>
          </ac:graphicFrameMkLst>
        </pc:graphicFrameChg>
        <pc:graphicFrameChg chg="add del mod modGraphic">
          <ac:chgData name="신승덕." userId="45e1ab22-8be9-4c0d-a441-f4e3f7566fc6" providerId="ADAL" clId="{77782822-A56A-4B37-876D-9D0C12ECC060}" dt="2025-10-05T09:57:06.401" v="694" actId="20577"/>
          <ac:graphicFrameMkLst>
            <pc:docMk/>
            <pc:sldMk cId="0" sldId="262"/>
            <ac:graphicFrameMk id="31" creationId="{E4028429-DF0C-B639-136C-786651DC0D8D}"/>
          </ac:graphicFrameMkLst>
        </pc:graphicFrameChg>
        <pc:graphicFrameChg chg="add mod ord modGraphic">
          <ac:chgData name="신승덕." userId="45e1ab22-8be9-4c0d-a441-f4e3f7566fc6" providerId="ADAL" clId="{77782822-A56A-4B37-876D-9D0C12ECC060}" dt="2025-10-05T09:59:28.645" v="728" actId="167"/>
          <ac:graphicFrameMkLst>
            <pc:docMk/>
            <pc:sldMk cId="0" sldId="262"/>
            <ac:graphicFrameMk id="48" creationId="{19EB0E43-A861-EAEA-3071-0715502C3776}"/>
          </ac:graphicFrameMkLst>
        </pc:graphicFrameChg>
        <pc:graphicFrameChg chg="add mod ord">
          <ac:chgData name="신승덕." userId="45e1ab22-8be9-4c0d-a441-f4e3f7566fc6" providerId="ADAL" clId="{77782822-A56A-4B37-876D-9D0C12ECC060}" dt="2025-10-05T10:01:16.664" v="762" actId="1076"/>
          <ac:graphicFrameMkLst>
            <pc:docMk/>
            <pc:sldMk cId="0" sldId="262"/>
            <ac:graphicFrameMk id="49" creationId="{E1521283-703D-7C76-0CD5-FA4DAD6A61EB}"/>
          </ac:graphicFrameMkLst>
        </pc:graphicFrameChg>
        <pc:graphicFrameChg chg="add del mod ord">
          <ac:chgData name="신승덕." userId="45e1ab22-8be9-4c0d-a441-f4e3f7566fc6" providerId="ADAL" clId="{77782822-A56A-4B37-876D-9D0C12ECC060}" dt="2025-10-05T10:00:24.754" v="749" actId="478"/>
          <ac:graphicFrameMkLst>
            <pc:docMk/>
            <pc:sldMk cId="0" sldId="262"/>
            <ac:graphicFrameMk id="50" creationId="{3F57E451-614B-4F7C-92C0-B19CDEB97025}"/>
          </ac:graphicFrameMkLst>
        </pc:graphicFrameChg>
        <pc:graphicFrameChg chg="add del mod">
          <ac:chgData name="신승덕." userId="45e1ab22-8be9-4c0d-a441-f4e3f7566fc6" providerId="ADAL" clId="{77782822-A56A-4B37-876D-9D0C12ECC060}" dt="2025-10-05T10:01:35.239" v="765" actId="478"/>
          <ac:graphicFrameMkLst>
            <pc:docMk/>
            <pc:sldMk cId="0" sldId="262"/>
            <ac:graphicFrameMk id="51" creationId="{526556A0-60E7-E262-AF03-5FA15768FFD6}"/>
          </ac:graphicFrameMkLst>
        </pc:graphicFrameChg>
        <pc:graphicFrameChg chg="add mod ord">
          <ac:chgData name="신승덕." userId="45e1ab22-8be9-4c0d-a441-f4e3f7566fc6" providerId="ADAL" clId="{77782822-A56A-4B37-876D-9D0C12ECC060}" dt="2025-10-05T10:00:50.943" v="756" actId="171"/>
          <ac:graphicFrameMkLst>
            <pc:docMk/>
            <pc:sldMk cId="0" sldId="262"/>
            <ac:graphicFrameMk id="57" creationId="{F1B3C022-9EEB-9861-4340-A98A41040CA0}"/>
          </ac:graphicFrameMkLst>
        </pc:graphicFrameChg>
        <pc:graphicFrameChg chg="add del mod">
          <ac:chgData name="신승덕." userId="45e1ab22-8be9-4c0d-a441-f4e3f7566fc6" providerId="ADAL" clId="{77782822-A56A-4B37-876D-9D0C12ECC060}" dt="2025-10-05T10:02:01.400" v="769" actId="3680"/>
          <ac:graphicFrameMkLst>
            <pc:docMk/>
            <pc:sldMk cId="0" sldId="262"/>
            <ac:graphicFrameMk id="71" creationId="{38B16F27-D3C4-2FFA-CEC5-9CD5C2432EDD}"/>
          </ac:graphicFrameMkLst>
        </pc:graphicFrameChg>
        <pc:graphicFrameChg chg="add del mod modGraphic">
          <ac:chgData name="신승덕." userId="45e1ab22-8be9-4c0d-a441-f4e3f7566fc6" providerId="ADAL" clId="{77782822-A56A-4B37-876D-9D0C12ECC060}" dt="2025-10-05T10:02:16.381" v="775" actId="3680"/>
          <ac:graphicFrameMkLst>
            <pc:docMk/>
            <pc:sldMk cId="0" sldId="262"/>
            <ac:graphicFrameMk id="72" creationId="{1476B399-3CA4-1785-6A18-A7E80A0C55EC}"/>
          </ac:graphicFrameMkLst>
        </pc:graphicFrameChg>
        <pc:graphicFrameChg chg="add mod modGraphic">
          <ac:chgData name="신승덕." userId="45e1ab22-8be9-4c0d-a441-f4e3f7566fc6" providerId="ADAL" clId="{77782822-A56A-4B37-876D-9D0C12ECC060}" dt="2025-10-05T10:02:28.857" v="778" actId="14100"/>
          <ac:graphicFrameMkLst>
            <pc:docMk/>
            <pc:sldMk cId="0" sldId="262"/>
            <ac:graphicFrameMk id="77" creationId="{016F1DD8-2C94-36F0-5A12-326898FEFB5E}"/>
          </ac:graphicFrameMkLst>
        </pc:graphicFrameChg>
        <pc:graphicFrameChg chg="add mod modGraphic">
          <ac:chgData name="신승덕." userId="45e1ab22-8be9-4c0d-a441-f4e3f7566fc6" providerId="ADAL" clId="{77782822-A56A-4B37-876D-9D0C12ECC060}" dt="2025-10-05T10:02:45.774" v="781" actId="1076"/>
          <ac:graphicFrameMkLst>
            <pc:docMk/>
            <pc:sldMk cId="0" sldId="262"/>
            <ac:graphicFrameMk id="78" creationId="{23B040DA-BEDA-7920-BF54-AFF3DE0FA99D}"/>
          </ac:graphicFrameMkLst>
        </pc:graphicFrameChg>
        <pc:picChg chg="mod">
          <ac:chgData name="신승덕." userId="45e1ab22-8be9-4c0d-a441-f4e3f7566fc6" providerId="ADAL" clId="{77782822-A56A-4B37-876D-9D0C12ECC060}" dt="2025-10-05T10:03:41.327" v="794" actId="1076"/>
          <ac:picMkLst>
            <pc:docMk/>
            <pc:sldMk cId="0" sldId="262"/>
            <ac:picMk id="127" creationId="{00000000-0000-0000-0000-000000000000}"/>
          </ac:picMkLst>
        </pc:picChg>
      </pc:sldChg>
      <pc:sldChg chg="addSp delSp modSp mod">
        <pc:chgData name="신승덕." userId="45e1ab22-8be9-4c0d-a441-f4e3f7566fc6" providerId="ADAL" clId="{77782822-A56A-4B37-876D-9D0C12ECC060}" dt="2025-10-05T10:37:53.332" v="1843" actId="20577"/>
        <pc:sldMkLst>
          <pc:docMk/>
          <pc:sldMk cId="0" sldId="263"/>
        </pc:sldMkLst>
        <pc:spChg chg="add mod">
          <ac:chgData name="신승덕." userId="45e1ab22-8be9-4c0d-a441-f4e3f7566fc6" providerId="ADAL" clId="{77782822-A56A-4B37-876D-9D0C12ECC060}" dt="2025-10-05T09:34:16.995" v="277" actId="1076"/>
          <ac:spMkLst>
            <pc:docMk/>
            <pc:sldMk cId="0" sldId="263"/>
            <ac:spMk id="5" creationId="{2ECEE858-0B02-4CF4-827F-857FF1F7F527}"/>
          </ac:spMkLst>
        </pc:spChg>
        <pc:spChg chg="add del mod">
          <ac:chgData name="신승덕." userId="45e1ab22-8be9-4c0d-a441-f4e3f7566fc6" providerId="ADAL" clId="{77782822-A56A-4B37-876D-9D0C12ECC060}" dt="2025-10-05T09:23:28.048" v="169" actId="478"/>
          <ac:spMkLst>
            <pc:docMk/>
            <pc:sldMk cId="0" sldId="263"/>
            <ac:spMk id="6" creationId="{FADB1309-FE26-6D7D-E862-D3D0BBAA0059}"/>
          </ac:spMkLst>
        </pc:spChg>
        <pc:spChg chg="add del mod">
          <ac:chgData name="신승덕." userId="45e1ab22-8be9-4c0d-a441-f4e3f7566fc6" providerId="ADAL" clId="{77782822-A56A-4B37-876D-9D0C12ECC060}" dt="2025-10-05T09:23:29.022" v="170" actId="478"/>
          <ac:spMkLst>
            <pc:docMk/>
            <pc:sldMk cId="0" sldId="263"/>
            <ac:spMk id="7" creationId="{194D5021-199E-1B0F-6678-872C524C8A07}"/>
          </ac:spMkLst>
        </pc:spChg>
        <pc:spChg chg="add mod ord">
          <ac:chgData name="신승덕." userId="45e1ab22-8be9-4c0d-a441-f4e3f7566fc6" providerId="ADAL" clId="{77782822-A56A-4B37-876D-9D0C12ECC060}" dt="2025-10-05T09:53:56.044" v="669" actId="1076"/>
          <ac:spMkLst>
            <pc:docMk/>
            <pc:sldMk cId="0" sldId="263"/>
            <ac:spMk id="8" creationId="{E6244A41-794D-7152-1A84-7FEF524E58EE}"/>
          </ac:spMkLst>
        </pc:spChg>
        <pc:spChg chg="add mod">
          <ac:chgData name="신승덕." userId="45e1ab22-8be9-4c0d-a441-f4e3f7566fc6" providerId="ADAL" clId="{77782822-A56A-4B37-876D-9D0C12ECC060}" dt="2025-10-05T09:36:07.826" v="307" actId="20577"/>
          <ac:spMkLst>
            <pc:docMk/>
            <pc:sldMk cId="0" sldId="263"/>
            <ac:spMk id="11" creationId="{CA564181-5069-8DC9-D4CA-B220352BFE3C}"/>
          </ac:spMkLst>
        </pc:spChg>
        <pc:spChg chg="add mod">
          <ac:chgData name="신승덕." userId="45e1ab22-8be9-4c0d-a441-f4e3f7566fc6" providerId="ADAL" clId="{77782822-A56A-4B37-876D-9D0C12ECC060}" dt="2025-10-05T09:37:00.060" v="337" actId="1076"/>
          <ac:spMkLst>
            <pc:docMk/>
            <pc:sldMk cId="0" sldId="263"/>
            <ac:spMk id="12" creationId="{FE1F9602-90AD-7E76-91D7-6EAB6FDDD50D}"/>
          </ac:spMkLst>
        </pc:spChg>
        <pc:spChg chg="add mod">
          <ac:chgData name="신승덕." userId="45e1ab22-8be9-4c0d-a441-f4e3f7566fc6" providerId="ADAL" clId="{77782822-A56A-4B37-876D-9D0C12ECC060}" dt="2025-10-05T09:37:15.151" v="348" actId="1076"/>
          <ac:spMkLst>
            <pc:docMk/>
            <pc:sldMk cId="0" sldId="263"/>
            <ac:spMk id="13" creationId="{3A98EACE-0BFC-EAA3-C9F4-71282639D4AD}"/>
          </ac:spMkLst>
        </pc:spChg>
        <pc:spChg chg="add del mod">
          <ac:chgData name="신승덕." userId="45e1ab22-8be9-4c0d-a441-f4e3f7566fc6" providerId="ADAL" clId="{77782822-A56A-4B37-876D-9D0C12ECC060}" dt="2025-10-05T09:38:04.007" v="379"/>
          <ac:spMkLst>
            <pc:docMk/>
            <pc:sldMk cId="0" sldId="263"/>
            <ac:spMk id="14" creationId="{FA283E9A-7025-F119-05FE-BB3A422AF071}"/>
          </ac:spMkLst>
        </pc:spChg>
        <pc:spChg chg="add mod">
          <ac:chgData name="신승덕." userId="45e1ab22-8be9-4c0d-a441-f4e3f7566fc6" providerId="ADAL" clId="{77782822-A56A-4B37-876D-9D0C12ECC060}" dt="2025-10-05T09:38:03.620" v="377" actId="20577"/>
          <ac:spMkLst>
            <pc:docMk/>
            <pc:sldMk cId="0" sldId="263"/>
            <ac:spMk id="15" creationId="{631C5137-2356-9ADC-203F-5EC0C1064B37}"/>
          </ac:spMkLst>
        </pc:spChg>
        <pc:spChg chg="add mod">
          <ac:chgData name="신승덕." userId="45e1ab22-8be9-4c0d-a441-f4e3f7566fc6" providerId="ADAL" clId="{77782822-A56A-4B37-876D-9D0C12ECC060}" dt="2025-10-05T09:38:36.595" v="387" actId="14100"/>
          <ac:spMkLst>
            <pc:docMk/>
            <pc:sldMk cId="0" sldId="263"/>
            <ac:spMk id="16" creationId="{9E6340B6-3411-B0AC-BED9-5C047B7A832C}"/>
          </ac:spMkLst>
        </pc:spChg>
        <pc:spChg chg="add mod">
          <ac:chgData name="신승덕." userId="45e1ab22-8be9-4c0d-a441-f4e3f7566fc6" providerId="ADAL" clId="{77782822-A56A-4B37-876D-9D0C12ECC060}" dt="2025-10-05T09:38:58.508" v="392" actId="1076"/>
          <ac:spMkLst>
            <pc:docMk/>
            <pc:sldMk cId="0" sldId="263"/>
            <ac:spMk id="17" creationId="{B1E5FFD0-4F7C-4A1A-6746-B89B2E991EFD}"/>
          </ac:spMkLst>
        </pc:spChg>
        <pc:spChg chg="add mod">
          <ac:chgData name="신승덕." userId="45e1ab22-8be9-4c0d-a441-f4e3f7566fc6" providerId="ADAL" clId="{77782822-A56A-4B37-876D-9D0C12ECC060}" dt="2025-10-05T09:52:39.847" v="667" actId="1076"/>
          <ac:spMkLst>
            <pc:docMk/>
            <pc:sldMk cId="0" sldId="263"/>
            <ac:spMk id="18" creationId="{F72FBA12-ED6B-A437-D5CD-5759B773DB9D}"/>
          </ac:spMkLst>
        </pc:spChg>
        <pc:spChg chg="add del mod">
          <ac:chgData name="신승덕." userId="45e1ab22-8be9-4c0d-a441-f4e3f7566fc6" providerId="ADAL" clId="{77782822-A56A-4B37-876D-9D0C12ECC060}" dt="2025-10-05T09:51:41.281" v="649" actId="478"/>
          <ac:spMkLst>
            <pc:docMk/>
            <pc:sldMk cId="0" sldId="263"/>
            <ac:spMk id="19" creationId="{9ED77799-7F9E-B8DF-95CF-B7B99942E4FA}"/>
          </ac:spMkLst>
        </pc:spChg>
        <pc:spChg chg="add del mod">
          <ac:chgData name="신승덕." userId="45e1ab22-8be9-4c0d-a441-f4e3f7566fc6" providerId="ADAL" clId="{77782822-A56A-4B37-876D-9D0C12ECC060}" dt="2025-10-05T09:51:42.126" v="650" actId="478"/>
          <ac:spMkLst>
            <pc:docMk/>
            <pc:sldMk cId="0" sldId="263"/>
            <ac:spMk id="20" creationId="{781BDF9C-40CB-35AD-ABB1-24ECCB91DBA6}"/>
          </ac:spMkLst>
        </pc:spChg>
        <pc:spChg chg="add del mod">
          <ac:chgData name="신승덕." userId="45e1ab22-8be9-4c0d-a441-f4e3f7566fc6" providerId="ADAL" clId="{77782822-A56A-4B37-876D-9D0C12ECC060}" dt="2025-10-05T09:51:42.639" v="651" actId="478"/>
          <ac:spMkLst>
            <pc:docMk/>
            <pc:sldMk cId="0" sldId="263"/>
            <ac:spMk id="21" creationId="{A174AB19-BCA4-7FE4-6D4E-8C211E2DF875}"/>
          </ac:spMkLst>
        </pc:spChg>
        <pc:spChg chg="add del mod">
          <ac:chgData name="신승덕." userId="45e1ab22-8be9-4c0d-a441-f4e3f7566fc6" providerId="ADAL" clId="{77782822-A56A-4B37-876D-9D0C12ECC060}" dt="2025-10-05T09:51:43.310" v="652" actId="478"/>
          <ac:spMkLst>
            <pc:docMk/>
            <pc:sldMk cId="0" sldId="263"/>
            <ac:spMk id="22" creationId="{16308FD6-5C37-8485-072C-0E8453177D1A}"/>
          </ac:spMkLst>
        </pc:spChg>
        <pc:spChg chg="add mod">
          <ac:chgData name="신승덕." userId="45e1ab22-8be9-4c0d-a441-f4e3f7566fc6" providerId="ADAL" clId="{77782822-A56A-4B37-876D-9D0C12ECC060}" dt="2025-10-05T09:45:43.061" v="476" actId="1076"/>
          <ac:spMkLst>
            <pc:docMk/>
            <pc:sldMk cId="0" sldId="263"/>
            <ac:spMk id="25" creationId="{005A9D97-91B8-D543-19A9-A13682F4036C}"/>
          </ac:spMkLst>
        </pc:spChg>
        <pc:spChg chg="add mod">
          <ac:chgData name="신승덕." userId="45e1ab22-8be9-4c0d-a441-f4e3f7566fc6" providerId="ADAL" clId="{77782822-A56A-4B37-876D-9D0C12ECC060}" dt="2025-10-05T09:45:40.129" v="475" actId="1076"/>
          <ac:spMkLst>
            <pc:docMk/>
            <pc:sldMk cId="0" sldId="263"/>
            <ac:spMk id="26" creationId="{723408D4-F609-4670-ACEA-DC5DBE962A08}"/>
          </ac:spMkLst>
        </pc:spChg>
        <pc:spChg chg="add del">
          <ac:chgData name="신승덕." userId="45e1ab22-8be9-4c0d-a441-f4e3f7566fc6" providerId="ADAL" clId="{77782822-A56A-4B37-876D-9D0C12ECC060}" dt="2025-10-05T09:46:40.827" v="480" actId="478"/>
          <ac:spMkLst>
            <pc:docMk/>
            <pc:sldMk cId="0" sldId="263"/>
            <ac:spMk id="27" creationId="{C8C3490E-EE3F-3E73-AF93-DFB5ADE3B1BF}"/>
          </ac:spMkLst>
        </pc:spChg>
        <pc:spChg chg="add del mod">
          <ac:chgData name="신승덕." userId="45e1ab22-8be9-4c0d-a441-f4e3f7566fc6" providerId="ADAL" clId="{77782822-A56A-4B37-876D-9D0C12ECC060}" dt="2025-10-05T10:23:16.738" v="1488" actId="478"/>
          <ac:spMkLst>
            <pc:docMk/>
            <pc:sldMk cId="0" sldId="263"/>
            <ac:spMk id="28" creationId="{7AB2C1AD-C273-19CD-4761-17D1FD8952FF}"/>
          </ac:spMkLst>
        </pc:spChg>
        <pc:spChg chg="add del mod">
          <ac:chgData name="신승덕." userId="45e1ab22-8be9-4c0d-a441-f4e3f7566fc6" providerId="ADAL" clId="{77782822-A56A-4B37-876D-9D0C12ECC060}" dt="2025-10-05T10:23:18.151" v="1489" actId="478"/>
          <ac:spMkLst>
            <pc:docMk/>
            <pc:sldMk cId="0" sldId="263"/>
            <ac:spMk id="29" creationId="{27349F49-2C91-7F8B-364B-1AEC0DCB9FE7}"/>
          </ac:spMkLst>
        </pc:spChg>
        <pc:spChg chg="add mod">
          <ac:chgData name="신승덕." userId="45e1ab22-8be9-4c0d-a441-f4e3f7566fc6" providerId="ADAL" clId="{77782822-A56A-4B37-876D-9D0C12ECC060}" dt="2025-10-05T09:52:38.007" v="666" actId="1076"/>
          <ac:spMkLst>
            <pc:docMk/>
            <pc:sldMk cId="0" sldId="263"/>
            <ac:spMk id="30" creationId="{DD12434A-CD5C-0F8D-F48A-A472B9136625}"/>
          </ac:spMkLst>
        </pc:spChg>
        <pc:spChg chg="add mod">
          <ac:chgData name="신승덕." userId="45e1ab22-8be9-4c0d-a441-f4e3f7566fc6" providerId="ADAL" clId="{77782822-A56A-4B37-876D-9D0C12ECC060}" dt="2025-10-05T09:52:28.736" v="664" actId="1076"/>
          <ac:spMkLst>
            <pc:docMk/>
            <pc:sldMk cId="0" sldId="263"/>
            <ac:spMk id="31" creationId="{274DABCC-BF9E-54AE-7B73-DAB41D153842}"/>
          </ac:spMkLst>
        </pc:spChg>
        <pc:spChg chg="add mod">
          <ac:chgData name="신승덕." userId="45e1ab22-8be9-4c0d-a441-f4e3f7566fc6" providerId="ADAL" clId="{77782822-A56A-4B37-876D-9D0C12ECC060}" dt="2025-10-05T09:52:25.579" v="663" actId="1076"/>
          <ac:spMkLst>
            <pc:docMk/>
            <pc:sldMk cId="0" sldId="263"/>
            <ac:spMk id="32" creationId="{9EBDBCCE-5976-528B-3B00-6E1CF536115E}"/>
          </ac:spMkLst>
        </pc:spChg>
        <pc:spChg chg="add mod">
          <ac:chgData name="신승덕." userId="45e1ab22-8be9-4c0d-a441-f4e3f7566fc6" providerId="ADAL" clId="{77782822-A56A-4B37-876D-9D0C12ECC060}" dt="2025-10-05T09:52:14.188" v="660" actId="1076"/>
          <ac:spMkLst>
            <pc:docMk/>
            <pc:sldMk cId="0" sldId="263"/>
            <ac:spMk id="33" creationId="{26766CF4-A284-3E36-E2E2-A8F55C94B85E}"/>
          </ac:spMkLst>
        </pc:spChg>
        <pc:spChg chg="add del mod">
          <ac:chgData name="신승덕." userId="45e1ab22-8be9-4c0d-a441-f4e3f7566fc6" providerId="ADAL" clId="{77782822-A56A-4B37-876D-9D0C12ECC060}" dt="2025-10-05T09:08:23.457" v="54" actId="1076"/>
          <ac:spMkLst>
            <pc:docMk/>
            <pc:sldMk cId="0" sldId="263"/>
            <ac:spMk id="38" creationId="{00000000-0000-0000-0000-000000000000}"/>
          </ac:spMkLst>
        </pc:spChg>
        <pc:spChg chg="mod">
          <ac:chgData name="신승덕." userId="45e1ab22-8be9-4c0d-a441-f4e3f7566fc6" providerId="ADAL" clId="{77782822-A56A-4B37-876D-9D0C12ECC060}" dt="2025-10-05T10:37:53.332" v="1843" actId="20577"/>
          <ac:spMkLst>
            <pc:docMk/>
            <pc:sldMk cId="0" sldId="263"/>
            <ac:spMk id="46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3:29.568" v="0" actId="478"/>
          <ac:spMkLst>
            <pc:docMk/>
            <pc:sldMk cId="0" sldId="263"/>
            <ac:spMk id="56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3:29.568" v="0" actId="478"/>
          <ac:spMkLst>
            <pc:docMk/>
            <pc:sldMk cId="0" sldId="263"/>
            <ac:spMk id="62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3:29.568" v="0" actId="478"/>
          <ac:spMkLst>
            <pc:docMk/>
            <pc:sldMk cId="0" sldId="263"/>
            <ac:spMk id="67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3:29.568" v="0" actId="478"/>
          <ac:spMkLst>
            <pc:docMk/>
            <pc:sldMk cId="0" sldId="263"/>
            <ac:spMk id="70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3:29.568" v="0" actId="478"/>
          <ac:spMkLst>
            <pc:docMk/>
            <pc:sldMk cId="0" sldId="263"/>
            <ac:spMk id="73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3:29.568" v="0" actId="478"/>
          <ac:spMkLst>
            <pc:docMk/>
            <pc:sldMk cId="0" sldId="263"/>
            <ac:spMk id="85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3:29.568" v="0" actId="478"/>
          <ac:spMkLst>
            <pc:docMk/>
            <pc:sldMk cId="0" sldId="263"/>
            <ac:spMk id="93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3:29.568" v="0" actId="478"/>
          <ac:spMkLst>
            <pc:docMk/>
            <pc:sldMk cId="0" sldId="263"/>
            <ac:spMk id="96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3:29.568" v="0" actId="478"/>
          <ac:spMkLst>
            <pc:docMk/>
            <pc:sldMk cId="0" sldId="263"/>
            <ac:spMk id="103" creationId="{00000000-0000-0000-0000-000000000000}"/>
          </ac:spMkLst>
        </pc:spChg>
        <pc:spChg chg="del">
          <ac:chgData name="신승덕." userId="45e1ab22-8be9-4c0d-a441-f4e3f7566fc6" providerId="ADAL" clId="{77782822-A56A-4B37-876D-9D0C12ECC060}" dt="2025-10-05T09:03:29.568" v="0" actId="478"/>
          <ac:spMkLst>
            <pc:docMk/>
            <pc:sldMk cId="0" sldId="263"/>
            <ac:spMk id="110" creationId="{00000000-0000-0000-0000-000000000000}"/>
          </ac:spMkLst>
        </pc:spChg>
        <pc:spChg chg="del mod">
          <ac:chgData name="신승덕." userId="45e1ab22-8be9-4c0d-a441-f4e3f7566fc6" providerId="ADAL" clId="{77782822-A56A-4B37-876D-9D0C12ECC060}" dt="2025-10-05T09:05:02.838" v="11" actId="478"/>
          <ac:spMkLst>
            <pc:docMk/>
            <pc:sldMk cId="0" sldId="263"/>
            <ac:spMk id="116" creationId="{00000000-0000-0000-0000-000000000000}"/>
          </ac:spMkLst>
        </pc:spChg>
        <pc:graphicFrameChg chg="add mod modGraphic">
          <ac:chgData name="신승덕." userId="45e1ab22-8be9-4c0d-a441-f4e3f7566fc6" providerId="ADAL" clId="{77782822-A56A-4B37-876D-9D0C12ECC060}" dt="2025-10-05T09:46:26.299" v="478" actId="14100"/>
          <ac:graphicFrameMkLst>
            <pc:docMk/>
            <pc:sldMk cId="0" sldId="263"/>
            <ac:graphicFrameMk id="2" creationId="{18C43948-A05C-D398-1F3C-1CD859E21AA0}"/>
          </ac:graphicFrameMkLst>
        </pc:graphicFrameChg>
        <pc:graphicFrameChg chg="add del mod">
          <ac:chgData name="신승덕." userId="45e1ab22-8be9-4c0d-a441-f4e3f7566fc6" providerId="ADAL" clId="{77782822-A56A-4B37-876D-9D0C12ECC060}" dt="2025-10-05T09:28:39.811" v="187" actId="478"/>
          <ac:graphicFrameMkLst>
            <pc:docMk/>
            <pc:sldMk cId="0" sldId="263"/>
            <ac:graphicFrameMk id="9" creationId="{899F2D2D-A757-8C8A-2E08-74F7E81A2DE4}"/>
          </ac:graphicFrameMkLst>
        </pc:graphicFrameChg>
        <pc:graphicFrameChg chg="add mod modGraphic">
          <ac:chgData name="신승덕." userId="45e1ab22-8be9-4c0d-a441-f4e3f7566fc6" providerId="ADAL" clId="{77782822-A56A-4B37-876D-9D0C12ECC060}" dt="2025-10-05T09:52:08.533" v="658" actId="14734"/>
          <ac:graphicFrameMkLst>
            <pc:docMk/>
            <pc:sldMk cId="0" sldId="263"/>
            <ac:graphicFrameMk id="10" creationId="{548BD070-434B-2CC4-2799-1AF7E38CB884}"/>
          </ac:graphicFrameMkLst>
        </pc:graphicFrameChg>
        <pc:graphicFrameChg chg="add del mod modGraphic">
          <ac:chgData name="신승덕." userId="45e1ab22-8be9-4c0d-a441-f4e3f7566fc6" providerId="ADAL" clId="{77782822-A56A-4B37-876D-9D0C12ECC060}" dt="2025-10-05T09:43:09.469" v="407" actId="478"/>
          <ac:graphicFrameMkLst>
            <pc:docMk/>
            <pc:sldMk cId="0" sldId="263"/>
            <ac:graphicFrameMk id="23" creationId="{C950352D-FE22-3233-E80B-B5DBB051935E}"/>
          </ac:graphicFrameMkLst>
        </pc:graphicFrameChg>
        <pc:graphicFrameChg chg="add mod modGraphic">
          <ac:chgData name="신승덕." userId="45e1ab22-8be9-4c0d-a441-f4e3f7566fc6" providerId="ADAL" clId="{77782822-A56A-4B37-876D-9D0C12ECC060}" dt="2025-10-05T09:49:35.447" v="634" actId="14734"/>
          <ac:graphicFrameMkLst>
            <pc:docMk/>
            <pc:sldMk cId="0" sldId="263"/>
            <ac:graphicFrameMk id="24" creationId="{56915A59-7257-D13B-B72A-7A0C9E07C6B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3035" cy="1470660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>
            <a:off x="1371600" y="3886200"/>
            <a:ext cx="6401435" cy="175323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subtitle style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57200" y="274955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457200" y="1600200"/>
            <a:ext cx="82302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lvl="1" indent="-285750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722630" y="4406900"/>
            <a:ext cx="7773035" cy="136271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722630" y="2907030"/>
            <a:ext cx="7773035" cy="150050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57200" y="274955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457200" y="1600200"/>
            <a:ext cx="40392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lvl="1" indent="-285750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4648200" y="1600200"/>
            <a:ext cx="40392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lvl="1" indent="-285750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57200" y="274955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57200" y="1535430"/>
            <a:ext cx="4041140" cy="64008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457200" y="2174875"/>
            <a:ext cx="4041140" cy="39522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lvl="1" indent="-285750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4645025" y="1535430"/>
            <a:ext cx="4042410" cy="64008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4645025" y="2174875"/>
            <a:ext cx="4042410" cy="395224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lvl="1" indent="-285750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57200" y="274955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9265" cy="116268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3575050" y="273050"/>
            <a:ext cx="5112385" cy="585406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lvl="1" indent="-285750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457200" y="1435100"/>
            <a:ext cx="3009265" cy="46920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792605" y="4800600"/>
            <a:ext cx="5487035" cy="567690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792605" y="612775"/>
            <a:ext cx="5487035" cy="411543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792605" y="5367655"/>
            <a:ext cx="5487035" cy="805180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57200" y="274955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457200" y="1600200"/>
            <a:ext cx="8230235" cy="4526915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lvl="1" indent="-285750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6629400" y="274955"/>
            <a:ext cx="2058035" cy="5852160"/>
          </a:xfrm>
          <a:prstGeom prst="rect">
            <a:avLst/>
          </a:prstGeom>
        </p:spPr>
        <p:txBody>
          <a:bodyPr vert="eaVert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457200" y="274955"/>
            <a:ext cx="6020435" cy="5852160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lvl="1" indent="-285750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457200" y="274955"/>
            <a:ext cx="8230235" cy="114363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457200" y="1600200"/>
            <a:ext cx="8230235" cy="452691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342900" indent="-342900"/>
            <a:r>
              <a:rPr>
                <a:latin typeface="맑은 고딕" charset="0"/>
                <a:ea typeface="맑은 고딕" charset="0"/>
                <a:sym typeface="맑은 고딕" charset="0"/>
              </a:rPr>
              <a:t>Click to edit Master text styles</a:t>
            </a:r>
          </a:p>
          <a:p>
            <a:pPr marL="742950" lvl="1" indent="-285750"/>
            <a:r>
              <a:rPr>
                <a:latin typeface="맑은 고딕" charset="0"/>
                <a:ea typeface="맑은 고딕" charset="0"/>
                <a:sym typeface="맑은 고딕" charset="0"/>
              </a:rPr>
              <a:t>Second level</a:t>
            </a:r>
          </a:p>
          <a:p>
            <a:pPr marL="1143000" lvl="2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Third level</a:t>
            </a:r>
          </a:p>
          <a:p>
            <a:pPr marL="1600200" lvl="3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Fourth level</a:t>
            </a:r>
          </a:p>
          <a:p>
            <a:pPr marL="2057400" lvl="4" indent="-228600"/>
            <a:r>
              <a:rPr>
                <a:latin typeface="맑은 고딕" charset="0"/>
                <a:ea typeface="맑은 고딕" charset="0"/>
                <a:sym typeface="맑은 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457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맑은 고딕" charset="0"/>
                <a:ea typeface="맑은 고딕" charset="0"/>
                <a:sym typeface="맑은 고딕" charset="0"/>
              </a:rPr>
              <a:t>10/5/2025</a:t>
            </a:fld>
            <a:endParaRPr lang="en-US" altLang="ko-KR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3124200" y="6356350"/>
            <a:ext cx="2896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/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6553200" y="6356350"/>
            <a:ext cx="2134235" cy="365760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est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test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6244A41-794D-7152-1A84-7FEF524E58EE}"/>
              </a:ext>
            </a:extLst>
          </p:cNvPr>
          <p:cNvSpPr/>
          <p:nvPr/>
        </p:nvSpPr>
        <p:spPr>
          <a:xfrm>
            <a:off x="718639" y="1927050"/>
            <a:ext cx="17907000" cy="108204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Rect 0"/>
          <p:cNvSpPr txBox="1">
            <a:spLocks/>
          </p:cNvSpPr>
          <p:nvPr/>
        </p:nvSpPr>
        <p:spPr>
          <a:xfrm>
            <a:off x="8686800" y="674799"/>
            <a:ext cx="1860550" cy="560705"/>
          </a:xfrm>
          <a:prstGeom prst="rect">
            <a:avLst/>
          </a:prstGeom>
        </p:spPr>
        <p:txBody>
          <a:bodyPr vert="horz" wrap="square" lIns="91440" tIns="45720" rIns="91440" bIns="45720" numCol="1" rtlCol="1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altLang="en-US" sz="3170" dirty="0">
                <a:solidFill>
                  <a:srgbClr val="000000"/>
                </a:solidFill>
                <a:ea typeface="Pretendard Regular" charset="0"/>
              </a:rPr>
              <a:t>회원관리</a:t>
            </a:r>
            <a:endParaRPr lang="ko-KR" altLang="en-US" sz="3170" b="0" i="0" strike="noStrike" dirty="0">
              <a:solidFill>
                <a:srgbClr val="000000"/>
              </a:solidFill>
              <a:ea typeface="Pretendard Regular" charset="0"/>
            </a:endParaRPr>
          </a:p>
        </p:txBody>
      </p:sp>
      <p:pic>
        <p:nvPicPr>
          <p:cNvPr id="45" name="Picture 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383135" y="6476365"/>
            <a:ext cx="13907135" cy="649605"/>
          </a:xfrm>
          <a:prstGeom prst="rect">
            <a:avLst/>
          </a:prstGeom>
          <a:noFill/>
        </p:spPr>
      </p:pic>
      <p:sp>
        <p:nvSpPr>
          <p:cNvPr id="46" name="Rect 0"/>
          <p:cNvSpPr txBox="1">
            <a:spLocks/>
          </p:cNvSpPr>
          <p:nvPr/>
        </p:nvSpPr>
        <p:spPr>
          <a:xfrm>
            <a:off x="19454495" y="38100"/>
            <a:ext cx="4930140" cy="13678535"/>
          </a:xfrm>
          <a:prstGeom prst="rect">
            <a:avLst/>
          </a:prstGeom>
        </p:spPr>
        <p:txBody>
          <a:bodyPr vert="horz" wrap="square" lIns="91440" tIns="45720" rIns="91440" bIns="45720" numCol="1" rtlCol="1" anchor="t">
            <a:noAutofit/>
          </a:bodyPr>
          <a:lstStyle/>
          <a:p>
            <a:pPr marL="254000" indent="-254000" algn="l">
              <a:lnSpc>
                <a:spcPct val="116199"/>
              </a:lnSpc>
              <a:buFont typeface="Wingdings"/>
              <a:buChar char=""/>
            </a:pPr>
            <a:r>
              <a:rPr lang="ko-KR" altLang="en-US" sz="24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회원 관리 </a:t>
            </a:r>
            <a:endParaRPr lang="en-US" altLang="ko-KR" sz="2400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r>
              <a:rPr lang="ko-KR" altLang="en-US" sz="24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총 회원 수를 보여주고</a:t>
            </a:r>
            <a:endParaRPr lang="en-US" altLang="ko-KR" sz="2400" b="0" i="0" strike="noStrik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endParaRPr lang="en-US" altLang="ko-KR" sz="2400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r>
              <a:rPr lang="ko-KR" altLang="en-US" sz="2400" b="0" i="0" strike="noStrike" dirty="0" err="1">
                <a:solidFill>
                  <a:srgbClr val="000000"/>
                </a:solidFill>
                <a:latin typeface="맑은 고딕" charset="0"/>
                <a:ea typeface="맑은 고딕" charset="0"/>
              </a:rPr>
              <a:t>콤보박스를</a:t>
            </a:r>
            <a:r>
              <a:rPr lang="ko-KR" altLang="en-US" sz="24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en-US" sz="2400" b="0" i="0" strike="noStrike" dirty="0" err="1">
                <a:solidFill>
                  <a:srgbClr val="000000"/>
                </a:solidFill>
                <a:latin typeface="맑은 고딕" charset="0"/>
                <a:ea typeface="맑은 고딕" charset="0"/>
              </a:rPr>
              <a:t>이요보여줄</a:t>
            </a:r>
            <a:r>
              <a:rPr lang="ko-KR" altLang="en-US" sz="24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 행을 설정합니다</a:t>
            </a:r>
            <a:endParaRPr lang="en-US" altLang="ko-KR" sz="2400" b="0" i="0" strike="noStrik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r>
              <a:rPr lang="en-US" altLang="ko-KR" sz="24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(ex 5,10,25,100)</a:t>
            </a:r>
          </a:p>
          <a:p>
            <a:pPr algn="l">
              <a:lnSpc>
                <a:spcPct val="116199"/>
              </a:lnSpc>
            </a:pPr>
            <a:endParaRPr lang="en-US" altLang="ko-KR" sz="2400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r>
              <a:rPr lang="ko-KR" altLang="en-US" sz="24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검색에서 이름을 검색하여 특정이용자를 찾을 수 있습니다</a:t>
            </a:r>
            <a:r>
              <a:rPr lang="en-US" altLang="ko-KR" sz="24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.</a:t>
            </a:r>
          </a:p>
          <a:p>
            <a:pPr algn="l">
              <a:lnSpc>
                <a:spcPct val="116199"/>
              </a:lnSpc>
            </a:pPr>
            <a:endParaRPr lang="en-US" altLang="ko-KR" sz="2400" b="0" i="0" strike="noStrik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r>
              <a:rPr lang="ko-KR" altLang="en-US" sz="24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선택을 </a:t>
            </a:r>
            <a:r>
              <a:rPr lang="en-US" altLang="ko-KR" sz="2400" dirty="0" err="1">
                <a:solidFill>
                  <a:srgbClr val="000000"/>
                </a:solidFill>
                <a:latin typeface="맑은 고딕" charset="0"/>
                <a:ea typeface="맑은 고딕" charset="0"/>
              </a:rPr>
              <a:t>jtable</a:t>
            </a:r>
            <a:r>
              <a:rPr lang="ko-KR" altLang="en-US" sz="24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위에 체크박스를 올려</a:t>
            </a:r>
            <a:endParaRPr lang="en-US" altLang="ko-KR" sz="2400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r>
              <a:rPr lang="ko-KR" altLang="en-US" sz="24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서 선택을 한 후 선택 한 회원을</a:t>
            </a:r>
            <a:endParaRPr lang="en-US" altLang="ko-KR" sz="2400" b="0" i="0" strike="noStrik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r>
              <a:rPr lang="ko-KR" altLang="en-US" sz="24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아래의 삭제버튼을 통해 삭제 할 수 있도록 디자인하였습니다</a:t>
            </a:r>
            <a:r>
              <a:rPr lang="en-US" altLang="ko-KR" sz="24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.</a:t>
            </a:r>
          </a:p>
          <a:p>
            <a:pPr algn="l">
              <a:lnSpc>
                <a:spcPct val="116199"/>
              </a:lnSpc>
            </a:pPr>
            <a:endParaRPr lang="en-US" altLang="ko-KR" sz="2400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r>
              <a:rPr lang="en-US" altLang="ko-KR" sz="2400" b="0" i="0" strike="noStrike" dirty="0" err="1">
                <a:solidFill>
                  <a:srgbClr val="000000"/>
                </a:solidFill>
                <a:latin typeface="맑은 고딕" charset="0"/>
                <a:ea typeface="맑은 고딕" charset="0"/>
              </a:rPr>
              <a:t>Jtable</a:t>
            </a:r>
            <a:r>
              <a:rPr lang="ko-KR" altLang="en-US" sz="24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에서 이름을 기준으로 정렬 가능합니다</a:t>
            </a:r>
            <a:endParaRPr lang="en-US" altLang="ko-KR" sz="2400" b="0" i="0" strike="noStrik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endParaRPr lang="en-US" altLang="ko-KR" sz="2400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r>
              <a:rPr lang="ko-KR" altLang="en-US" sz="24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스크롤은 화면을 넘지 않으면 표시하지 </a:t>
            </a:r>
            <a:r>
              <a:rPr lang="ko-KR" altLang="en-US" sz="24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않습니다</a:t>
            </a:r>
            <a:r>
              <a:rPr lang="en-US" altLang="ko-KR" sz="24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.</a:t>
            </a:r>
          </a:p>
          <a:p>
            <a:pPr algn="l">
              <a:lnSpc>
                <a:spcPct val="116199"/>
              </a:lnSpc>
            </a:pPr>
            <a:endParaRPr lang="en-US" altLang="ko-KR" sz="2400" b="0" i="0" strike="noStrik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r>
              <a:rPr lang="ko-KR" altLang="en-US" sz="24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관리자의 </a:t>
            </a:r>
            <a:r>
              <a:rPr lang="ko-KR" altLang="en-US" sz="2400" dirty="0" err="1">
                <a:solidFill>
                  <a:srgbClr val="000000"/>
                </a:solidFill>
                <a:latin typeface="맑은 고딕" charset="0"/>
                <a:ea typeface="맑은 고딕" charset="0"/>
              </a:rPr>
              <a:t>메인화면으로</a:t>
            </a:r>
            <a:r>
              <a:rPr lang="ko-KR" altLang="en-US" sz="24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 갈 </a:t>
            </a:r>
            <a:r>
              <a:rPr lang="ko-KR" altLang="en-US" sz="2400" dirty="0" err="1">
                <a:solidFill>
                  <a:srgbClr val="000000"/>
                </a:solidFill>
                <a:latin typeface="맑은 고딕" charset="0"/>
                <a:ea typeface="맑은 고딕" charset="0"/>
              </a:rPr>
              <a:t>수있는</a:t>
            </a:r>
            <a:r>
              <a:rPr lang="ko-KR" altLang="en-US" sz="24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 </a:t>
            </a:r>
            <a:endParaRPr lang="en-US" altLang="ko-KR" sz="2400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r>
              <a:rPr lang="ko-KR" altLang="en-US" sz="24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버튼을 추가</a:t>
            </a:r>
            <a:endParaRPr lang="en-US" altLang="ko-KR" sz="2400" b="0" i="0" strike="noStrike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algn="l">
              <a:lnSpc>
                <a:spcPct val="116199"/>
              </a:lnSpc>
            </a:pPr>
            <a:endParaRPr lang="ko-KR" altLang="en-US" sz="2400" b="0" i="0" strike="noStrik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0" indent="0" algn="l">
              <a:lnSpc>
                <a:spcPct val="116199"/>
              </a:lnSpc>
              <a:buFontTx/>
              <a:buNone/>
            </a:pPr>
            <a:endParaRPr lang="ko-KR" altLang="en-US" sz="2400" b="0" i="0" strike="noStrik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8C43948-A05C-D398-1F3C-1CD859E21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509659"/>
              </p:ext>
            </p:extLst>
          </p:nvPr>
        </p:nvGraphicFramePr>
        <p:xfrm>
          <a:off x="1983377" y="2981373"/>
          <a:ext cx="15847425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485">
                  <a:extLst>
                    <a:ext uri="{9D8B030D-6E8A-4147-A177-3AD203B41FA5}">
                      <a16:colId xmlns:a16="http://schemas.microsoft.com/office/drawing/2014/main" val="3683124658"/>
                    </a:ext>
                  </a:extLst>
                </a:gridCol>
                <a:gridCol w="3169485">
                  <a:extLst>
                    <a:ext uri="{9D8B030D-6E8A-4147-A177-3AD203B41FA5}">
                      <a16:colId xmlns:a16="http://schemas.microsoft.com/office/drawing/2014/main" val="3890957729"/>
                    </a:ext>
                  </a:extLst>
                </a:gridCol>
                <a:gridCol w="3169485">
                  <a:extLst>
                    <a:ext uri="{9D8B030D-6E8A-4147-A177-3AD203B41FA5}">
                      <a16:colId xmlns:a16="http://schemas.microsoft.com/office/drawing/2014/main" val="1071756347"/>
                    </a:ext>
                  </a:extLst>
                </a:gridCol>
                <a:gridCol w="3169485">
                  <a:extLst>
                    <a:ext uri="{9D8B030D-6E8A-4147-A177-3AD203B41FA5}">
                      <a16:colId xmlns:a16="http://schemas.microsoft.com/office/drawing/2014/main" val="2354554806"/>
                    </a:ext>
                  </a:extLst>
                </a:gridCol>
                <a:gridCol w="3169485">
                  <a:extLst>
                    <a:ext uri="{9D8B030D-6E8A-4147-A177-3AD203B41FA5}">
                      <a16:colId xmlns:a16="http://schemas.microsoft.com/office/drawing/2014/main" val="137715640"/>
                    </a:ext>
                  </a:extLst>
                </a:gridCol>
              </a:tblGrid>
              <a:tr h="56070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dirty="0"/>
                        <a:t>            이름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   </a:t>
                      </a:r>
                      <a:r>
                        <a:rPr kumimoji="0" lang="ko-KR" alt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이메일</a:t>
                      </a:r>
                      <a:endParaRPr lang="ko-KR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전화번호</a:t>
                      </a:r>
                      <a:endParaRPr lang="ko-KR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카드번호</a:t>
                      </a:r>
                      <a:endParaRPr lang="ko-KR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endParaRPr lang="ko-KR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833469"/>
                  </a:ext>
                </a:extLst>
              </a:tr>
            </a:tbl>
          </a:graphicData>
        </a:graphic>
      </p:graphicFrame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2ECEE858-0B02-4CF4-827F-857FF1F7F527}"/>
              </a:ext>
            </a:extLst>
          </p:cNvPr>
          <p:cNvSpPr/>
          <p:nvPr/>
        </p:nvSpPr>
        <p:spPr>
          <a:xfrm>
            <a:off x="2133600" y="3038099"/>
            <a:ext cx="304800" cy="465667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48BD070-434B-2CC4-2799-1AF7E38CB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486045"/>
              </p:ext>
            </p:extLst>
          </p:nvPr>
        </p:nvGraphicFramePr>
        <p:xfrm>
          <a:off x="877482" y="2957337"/>
          <a:ext cx="1068976" cy="2452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976">
                  <a:extLst>
                    <a:ext uri="{9D8B030D-6E8A-4147-A177-3AD203B41FA5}">
                      <a16:colId xmlns:a16="http://schemas.microsoft.com/office/drawing/2014/main" val="1170828446"/>
                    </a:ext>
                  </a:extLst>
                </a:gridCol>
              </a:tblGrid>
              <a:tr h="600027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75001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9791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57039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6585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6849"/>
                  </a:ext>
                </a:extLst>
              </a:tr>
              <a:tr h="37455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05177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A564181-5069-8DC9-D4CA-B220352BFE3C}"/>
              </a:ext>
            </a:extLst>
          </p:cNvPr>
          <p:cNvSpPr txBox="1"/>
          <p:nvPr/>
        </p:nvSpPr>
        <p:spPr>
          <a:xfrm>
            <a:off x="2074817" y="215248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총 </a:t>
            </a:r>
            <a:r>
              <a:rPr lang="ko-KR" altLang="en-US" dirty="0" err="1"/>
              <a:t>회원수</a:t>
            </a:r>
            <a:r>
              <a:rPr lang="en-US" altLang="ko-KR" dirty="0"/>
              <a:t>:???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1F9602-90AD-7E76-91D7-6EAB6FDDD50D}"/>
              </a:ext>
            </a:extLst>
          </p:cNvPr>
          <p:cNvSpPr txBox="1"/>
          <p:nvPr/>
        </p:nvSpPr>
        <p:spPr>
          <a:xfrm>
            <a:off x="15059933" y="2182321"/>
            <a:ext cx="2514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이름검색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98EACE-0BFC-EAA3-C9F4-71282639D4AD}"/>
              </a:ext>
            </a:extLst>
          </p:cNvPr>
          <p:cNvSpPr txBox="1"/>
          <p:nvPr/>
        </p:nvSpPr>
        <p:spPr>
          <a:xfrm>
            <a:off x="14372592" y="21823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검색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1C5137-2356-9ADC-203F-5EC0C1064B37}"/>
              </a:ext>
            </a:extLst>
          </p:cNvPr>
          <p:cNvSpPr txBox="1"/>
          <p:nvPr/>
        </p:nvSpPr>
        <p:spPr>
          <a:xfrm>
            <a:off x="11322639" y="2226402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보여줄 행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340B6-3411-B0AC-BED9-5C047B7A832C}"/>
              </a:ext>
            </a:extLst>
          </p:cNvPr>
          <p:cNvSpPr txBox="1"/>
          <p:nvPr/>
        </p:nvSpPr>
        <p:spPr>
          <a:xfrm>
            <a:off x="12563927" y="2182321"/>
            <a:ext cx="914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B1E5FFD0-4F7C-4A1A-6746-B89B2E991EFD}"/>
              </a:ext>
            </a:extLst>
          </p:cNvPr>
          <p:cNvSpPr/>
          <p:nvPr/>
        </p:nvSpPr>
        <p:spPr>
          <a:xfrm rot="10800000">
            <a:off x="13046301" y="2259212"/>
            <a:ext cx="381000" cy="2626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72FBA12-ED6B-A437-D5CD-5759B773DB9D}"/>
              </a:ext>
            </a:extLst>
          </p:cNvPr>
          <p:cNvSpPr/>
          <p:nvPr/>
        </p:nvSpPr>
        <p:spPr>
          <a:xfrm>
            <a:off x="1225373" y="3602502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56915A59-7257-D13B-B72A-7A0C9E07C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659208"/>
              </p:ext>
            </p:extLst>
          </p:nvPr>
        </p:nvGraphicFramePr>
        <p:xfrm>
          <a:off x="1983379" y="3569845"/>
          <a:ext cx="1584742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831">
                  <a:extLst>
                    <a:ext uri="{9D8B030D-6E8A-4147-A177-3AD203B41FA5}">
                      <a16:colId xmlns:a16="http://schemas.microsoft.com/office/drawing/2014/main" val="2797871339"/>
                    </a:ext>
                  </a:extLst>
                </a:gridCol>
                <a:gridCol w="3114790">
                  <a:extLst>
                    <a:ext uri="{9D8B030D-6E8A-4147-A177-3AD203B41FA5}">
                      <a16:colId xmlns:a16="http://schemas.microsoft.com/office/drawing/2014/main" val="446055408"/>
                    </a:ext>
                  </a:extLst>
                </a:gridCol>
                <a:gridCol w="3188952">
                  <a:extLst>
                    <a:ext uri="{9D8B030D-6E8A-4147-A177-3AD203B41FA5}">
                      <a16:colId xmlns:a16="http://schemas.microsoft.com/office/drawing/2014/main" val="1124961967"/>
                    </a:ext>
                  </a:extLst>
                </a:gridCol>
                <a:gridCol w="3188952">
                  <a:extLst>
                    <a:ext uri="{9D8B030D-6E8A-4147-A177-3AD203B41FA5}">
                      <a16:colId xmlns:a16="http://schemas.microsoft.com/office/drawing/2014/main" val="675090341"/>
                    </a:ext>
                  </a:extLst>
                </a:gridCol>
                <a:gridCol w="3167896">
                  <a:extLst>
                    <a:ext uri="{9D8B030D-6E8A-4147-A177-3AD203B41FA5}">
                      <a16:colId xmlns:a16="http://schemas.microsoft.com/office/drawing/2014/main" val="3179564289"/>
                    </a:ext>
                  </a:extLst>
                </a:gridCol>
              </a:tblGrid>
              <a:tr h="2944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linkClick r:id="rId3"/>
                        </a:rPr>
                        <a:t>test@gmail.com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010-1111-1111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1111-1111-1111-1111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서울시 강남구 역삼동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89947"/>
                  </a:ext>
                </a:extLst>
              </a:tr>
              <a:tr h="2871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552245"/>
                  </a:ext>
                </a:extLst>
              </a:tr>
              <a:tr h="22972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757992"/>
                  </a:ext>
                </a:extLst>
              </a:tr>
              <a:tr h="2488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780725"/>
                  </a:ext>
                </a:extLst>
              </a:tr>
              <a:tr h="30111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18088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5A9D97-91B8-D543-19A9-A13682F4036C}"/>
              </a:ext>
            </a:extLst>
          </p:cNvPr>
          <p:cNvSpPr/>
          <p:nvPr/>
        </p:nvSpPr>
        <p:spPr>
          <a:xfrm>
            <a:off x="12136666" y="11972539"/>
            <a:ext cx="2923267" cy="57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삭제버튼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23408D4-F609-4670-ACEA-DC5DBE962A08}"/>
              </a:ext>
            </a:extLst>
          </p:cNvPr>
          <p:cNvSpPr/>
          <p:nvPr/>
        </p:nvSpPr>
        <p:spPr>
          <a:xfrm>
            <a:off x="15572377" y="11972539"/>
            <a:ext cx="2667000" cy="57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관리자의 </a:t>
            </a:r>
            <a:r>
              <a:rPr lang="ko-KR" altLang="en-US" dirty="0" err="1"/>
              <a:t>메인화면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D12434A-CD5C-0F8D-F48A-A472B9136625}"/>
              </a:ext>
            </a:extLst>
          </p:cNvPr>
          <p:cNvSpPr/>
          <p:nvPr/>
        </p:nvSpPr>
        <p:spPr>
          <a:xfrm>
            <a:off x="1225373" y="3963159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74DABCC-BF9E-54AE-7B73-DAB41D153842}"/>
              </a:ext>
            </a:extLst>
          </p:cNvPr>
          <p:cNvSpPr/>
          <p:nvPr/>
        </p:nvSpPr>
        <p:spPr>
          <a:xfrm>
            <a:off x="1237254" y="5078605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EBDBCCE-5976-528B-3B00-6E1CF536115E}"/>
              </a:ext>
            </a:extLst>
          </p:cNvPr>
          <p:cNvSpPr/>
          <p:nvPr/>
        </p:nvSpPr>
        <p:spPr>
          <a:xfrm>
            <a:off x="1237254" y="4687776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766CF4-A284-3E36-E2E2-A8F55C94B85E}"/>
              </a:ext>
            </a:extLst>
          </p:cNvPr>
          <p:cNvSpPr/>
          <p:nvPr/>
        </p:nvSpPr>
        <p:spPr>
          <a:xfrm>
            <a:off x="1237254" y="4323816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2C9A5C0-5B05-E108-45A5-DB09A5DBF64F}"/>
              </a:ext>
            </a:extLst>
          </p:cNvPr>
          <p:cNvSpPr>
            <a:spLocks/>
          </p:cNvSpPr>
          <p:nvPr/>
        </p:nvSpPr>
        <p:spPr>
          <a:xfrm>
            <a:off x="705939" y="1780172"/>
            <a:ext cx="17907000" cy="108204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ㄴㄴㄴ</a:t>
            </a:r>
            <a:endParaRPr lang="ko-KR" altLang="en-US" dirty="0"/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19EB0E43-A861-EAEA-3071-0715502C37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62685"/>
              </p:ext>
            </p:extLst>
          </p:nvPr>
        </p:nvGraphicFramePr>
        <p:xfrm>
          <a:off x="877482" y="5442695"/>
          <a:ext cx="1068976" cy="1874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976">
                  <a:extLst>
                    <a:ext uri="{9D8B030D-6E8A-4147-A177-3AD203B41FA5}">
                      <a16:colId xmlns:a16="http://schemas.microsoft.com/office/drawing/2014/main" val="1170828446"/>
                    </a:ext>
                  </a:extLst>
                </a:gridCol>
              </a:tblGrid>
              <a:tr h="40225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7500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57039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6585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6849"/>
                  </a:ext>
                </a:extLst>
              </a:tr>
              <a:tr h="37455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051776"/>
                  </a:ext>
                </a:extLst>
              </a:tr>
            </a:tbl>
          </a:graphicData>
        </a:graphic>
      </p:graphicFrame>
      <p:sp>
        <p:nvSpPr>
          <p:cNvPr id="116" name="텍스트 상자 59"/>
          <p:cNvSpPr txBox="1">
            <a:spLocks/>
          </p:cNvSpPr>
          <p:nvPr/>
        </p:nvSpPr>
        <p:spPr>
          <a:xfrm>
            <a:off x="19479895" y="-95568"/>
            <a:ext cx="4929505" cy="13693140"/>
          </a:xfrm>
          <a:prstGeom prst="rect">
            <a:avLst/>
          </a:prstGeom>
        </p:spPr>
        <p:txBody>
          <a:bodyPr vert="horz" wrap="square" lIns="91440" tIns="45720" rIns="91440" bIns="45720" numCol="1" rtlCol="1" anchor="t">
            <a:noAutofit/>
          </a:bodyPr>
          <a:lstStyle/>
          <a:p>
            <a:pPr marL="254000" indent="-254000" algn="l">
              <a:lnSpc>
                <a:spcPct val="116199"/>
              </a:lnSpc>
              <a:buClr>
                <a:srgbClr val="000000"/>
              </a:buClr>
              <a:buFont typeface="Wingdings"/>
              <a:buChar char=""/>
            </a:pPr>
            <a:r>
              <a:rPr lang="ko-KR" altLang="en-US" sz="20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전 페이지에서 </a:t>
            </a:r>
            <a:r>
              <a:rPr lang="ko-KR" altLang="en-US" sz="2000" b="0" i="0" strike="noStrike" dirty="0" err="1">
                <a:solidFill>
                  <a:srgbClr val="000000"/>
                </a:solidFill>
                <a:latin typeface="맑은 고딕" charset="0"/>
                <a:ea typeface="맑은 고딕" charset="0"/>
              </a:rPr>
              <a:t>추가된점</a:t>
            </a:r>
            <a:endParaRPr lang="en-US" altLang="ko-KR" sz="2000" b="0" i="0" strike="noStrik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254000" indent="-254000" algn="l">
              <a:lnSpc>
                <a:spcPct val="116199"/>
              </a:lnSpc>
              <a:buClr>
                <a:srgbClr val="000000"/>
              </a:buClr>
              <a:buFont typeface="Wingdings"/>
              <a:buChar char=""/>
            </a:pPr>
            <a:endParaRPr lang="en-US" altLang="ko-KR" sz="2000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254000" indent="-254000" algn="l">
              <a:lnSpc>
                <a:spcPct val="116199"/>
              </a:lnSpc>
              <a:buClr>
                <a:srgbClr val="000000"/>
              </a:buClr>
              <a:buFont typeface="Wingdings"/>
              <a:buChar char=""/>
            </a:pPr>
            <a:r>
              <a:rPr lang="ko-KR" altLang="en-US" sz="20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데이터가 </a:t>
            </a:r>
            <a:r>
              <a:rPr lang="ko-KR" altLang="en-US" sz="2000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화면에 다 표시 </a:t>
            </a:r>
            <a:r>
              <a:rPr lang="ko-KR" altLang="en-US" sz="2000" dirty="0" err="1">
                <a:solidFill>
                  <a:srgbClr val="000000"/>
                </a:solidFill>
                <a:latin typeface="맑은 고딕" charset="0"/>
                <a:ea typeface="맑은 고딕" charset="0"/>
              </a:rPr>
              <a:t>되지못할경우</a:t>
            </a:r>
            <a:endParaRPr lang="en-US" altLang="ko-KR" sz="2000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  <a:p>
            <a:pPr marL="254000" indent="-254000" algn="l">
              <a:lnSpc>
                <a:spcPct val="116199"/>
              </a:lnSpc>
              <a:buClr>
                <a:srgbClr val="000000"/>
              </a:buClr>
              <a:buFont typeface="Wingdings"/>
              <a:buChar char=""/>
            </a:pPr>
            <a:r>
              <a:rPr lang="ko-KR" altLang="en-US" sz="20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스크롤을 통해 보여줍니다</a:t>
            </a:r>
            <a:r>
              <a:rPr lang="en-US" altLang="ko-KR" sz="2000" b="0" i="0" strike="noStrike" dirty="0">
                <a:solidFill>
                  <a:srgbClr val="000000"/>
                </a:solidFill>
                <a:latin typeface="맑은 고딕" charset="0"/>
                <a:ea typeface="맑은 고딕" charset="0"/>
              </a:rPr>
              <a:t>.</a:t>
            </a:r>
          </a:p>
          <a:p>
            <a:pPr marL="254000" indent="-254000" algn="l">
              <a:lnSpc>
                <a:spcPct val="116199"/>
              </a:lnSpc>
              <a:buClr>
                <a:srgbClr val="000000"/>
              </a:buClr>
              <a:buFont typeface="Wingdings"/>
              <a:buChar char=""/>
            </a:pPr>
            <a:endParaRPr lang="ko-KR" altLang="en-US" sz="2000" b="0" i="0" strike="noStrike" dirty="0">
              <a:solidFill>
                <a:srgbClr val="000000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127" name="그림 73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312739" y="6533197"/>
            <a:ext cx="13907135" cy="649605"/>
          </a:xfrm>
          <a:prstGeom prst="rect">
            <a:avLst/>
          </a:prstGeom>
          <a:noFill/>
        </p:spPr>
      </p:pic>
      <p:sp>
        <p:nvSpPr>
          <p:cNvPr id="5" name="Rect 0">
            <a:extLst>
              <a:ext uri="{FF2B5EF4-FFF2-40B4-BE49-F238E27FC236}">
                <a16:creationId xmlns:a16="http://schemas.microsoft.com/office/drawing/2014/main" id="{740C429B-3551-89BD-2D52-0627BB509040}"/>
              </a:ext>
            </a:extLst>
          </p:cNvPr>
          <p:cNvSpPr txBox="1">
            <a:spLocks/>
          </p:cNvSpPr>
          <p:nvPr/>
        </p:nvSpPr>
        <p:spPr>
          <a:xfrm>
            <a:off x="8686800" y="674799"/>
            <a:ext cx="1860550" cy="560705"/>
          </a:xfrm>
          <a:prstGeom prst="rect">
            <a:avLst/>
          </a:prstGeom>
        </p:spPr>
        <p:txBody>
          <a:bodyPr vert="horz" wrap="square" lIns="91440" tIns="45720" rIns="91440" bIns="45720" numCol="1" rtlCol="1" anchor="t">
            <a:noAutofit/>
          </a:bodyPr>
          <a:lstStyle/>
          <a:p>
            <a:pPr marL="0" indent="0" algn="ctr">
              <a:lnSpc>
                <a:spcPct val="116199"/>
              </a:lnSpc>
              <a:buFontTx/>
              <a:buNone/>
            </a:pPr>
            <a:r>
              <a:rPr lang="ko-KR" altLang="en-US" sz="3170" dirty="0">
                <a:solidFill>
                  <a:srgbClr val="000000"/>
                </a:solidFill>
                <a:ea typeface="Pretendard Regular" charset="0"/>
              </a:rPr>
              <a:t>회원관리</a:t>
            </a:r>
            <a:endParaRPr lang="ko-KR" altLang="en-US" sz="3170" b="0" i="0" strike="noStrike" dirty="0">
              <a:solidFill>
                <a:srgbClr val="000000"/>
              </a:solidFill>
              <a:ea typeface="Pretendard Regular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9974B05-9FCA-3836-EF3F-6F8ACA649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368516"/>
              </p:ext>
            </p:extLst>
          </p:nvPr>
        </p:nvGraphicFramePr>
        <p:xfrm>
          <a:off x="1983377" y="2981373"/>
          <a:ext cx="15847425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485">
                  <a:extLst>
                    <a:ext uri="{9D8B030D-6E8A-4147-A177-3AD203B41FA5}">
                      <a16:colId xmlns:a16="http://schemas.microsoft.com/office/drawing/2014/main" val="3683124658"/>
                    </a:ext>
                  </a:extLst>
                </a:gridCol>
                <a:gridCol w="3169485">
                  <a:extLst>
                    <a:ext uri="{9D8B030D-6E8A-4147-A177-3AD203B41FA5}">
                      <a16:colId xmlns:a16="http://schemas.microsoft.com/office/drawing/2014/main" val="3890957729"/>
                    </a:ext>
                  </a:extLst>
                </a:gridCol>
                <a:gridCol w="3169485">
                  <a:extLst>
                    <a:ext uri="{9D8B030D-6E8A-4147-A177-3AD203B41FA5}">
                      <a16:colId xmlns:a16="http://schemas.microsoft.com/office/drawing/2014/main" val="1071756347"/>
                    </a:ext>
                  </a:extLst>
                </a:gridCol>
                <a:gridCol w="3169485">
                  <a:extLst>
                    <a:ext uri="{9D8B030D-6E8A-4147-A177-3AD203B41FA5}">
                      <a16:colId xmlns:a16="http://schemas.microsoft.com/office/drawing/2014/main" val="2354554806"/>
                    </a:ext>
                  </a:extLst>
                </a:gridCol>
                <a:gridCol w="3169485">
                  <a:extLst>
                    <a:ext uri="{9D8B030D-6E8A-4147-A177-3AD203B41FA5}">
                      <a16:colId xmlns:a16="http://schemas.microsoft.com/office/drawing/2014/main" val="137715640"/>
                    </a:ext>
                  </a:extLst>
                </a:gridCol>
              </a:tblGrid>
              <a:tr h="56070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dirty="0"/>
                        <a:t>            이름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   </a:t>
                      </a:r>
                      <a:r>
                        <a:rPr kumimoji="0" lang="ko-KR" alt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이메일</a:t>
                      </a:r>
                      <a:endParaRPr lang="ko-KR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전화번호</a:t>
                      </a:r>
                      <a:endParaRPr lang="ko-KR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카드번호</a:t>
                      </a:r>
                      <a:endParaRPr lang="ko-KR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주소</a:t>
                      </a:r>
                      <a:endParaRPr lang="ko-KR" alt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2833469"/>
                  </a:ext>
                </a:extLst>
              </a:tr>
            </a:tbl>
          </a:graphicData>
        </a:graphic>
      </p:graphicFrame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D4A86AEB-DC5A-73D4-F6B2-857E9E3F2A74}"/>
              </a:ext>
            </a:extLst>
          </p:cNvPr>
          <p:cNvSpPr/>
          <p:nvPr/>
        </p:nvSpPr>
        <p:spPr>
          <a:xfrm>
            <a:off x="2133600" y="3038099"/>
            <a:ext cx="304800" cy="465667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9953E32-D8C2-9EFA-0FC6-E1BE24FE5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702626"/>
              </p:ext>
            </p:extLst>
          </p:nvPr>
        </p:nvGraphicFramePr>
        <p:xfrm>
          <a:off x="877482" y="2957337"/>
          <a:ext cx="1068976" cy="2452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976">
                  <a:extLst>
                    <a:ext uri="{9D8B030D-6E8A-4147-A177-3AD203B41FA5}">
                      <a16:colId xmlns:a16="http://schemas.microsoft.com/office/drawing/2014/main" val="1170828446"/>
                    </a:ext>
                  </a:extLst>
                </a:gridCol>
              </a:tblGrid>
              <a:tr h="600027">
                <a:tc>
                  <a:txBody>
                    <a:bodyPr/>
                    <a:lstStyle/>
                    <a:p>
                      <a:pPr latinLnBrk="1"/>
                      <a:r>
                        <a:rPr kumimoji="0" lang="ko-KR" altLang="en-US" sz="3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75001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97911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57039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6585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6849"/>
                  </a:ext>
                </a:extLst>
              </a:tr>
              <a:tr h="37455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05177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A83C8D0-5A79-A99A-F5CC-B502E498C5FE}"/>
              </a:ext>
            </a:extLst>
          </p:cNvPr>
          <p:cNvSpPr txBox="1"/>
          <p:nvPr/>
        </p:nvSpPr>
        <p:spPr>
          <a:xfrm>
            <a:off x="2074817" y="215248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총 </a:t>
            </a:r>
            <a:r>
              <a:rPr lang="ko-KR" altLang="en-US" dirty="0" err="1"/>
              <a:t>회원수</a:t>
            </a:r>
            <a:r>
              <a:rPr lang="en-US" altLang="ko-KR" dirty="0"/>
              <a:t>:???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3B98C-5FB4-46CB-67E9-41B1037395C8}"/>
              </a:ext>
            </a:extLst>
          </p:cNvPr>
          <p:cNvSpPr txBox="1"/>
          <p:nvPr/>
        </p:nvSpPr>
        <p:spPr>
          <a:xfrm>
            <a:off x="15059933" y="2182321"/>
            <a:ext cx="2514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/>
              <a:t>이름검색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97645A-888B-C08A-CD3E-C276B74B6E58}"/>
              </a:ext>
            </a:extLst>
          </p:cNvPr>
          <p:cNvSpPr txBox="1"/>
          <p:nvPr/>
        </p:nvSpPr>
        <p:spPr>
          <a:xfrm>
            <a:off x="14372592" y="21823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검색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3ECE41-2260-0DF9-6695-7D9102492FD8}"/>
              </a:ext>
            </a:extLst>
          </p:cNvPr>
          <p:cNvSpPr txBox="1"/>
          <p:nvPr/>
        </p:nvSpPr>
        <p:spPr>
          <a:xfrm>
            <a:off x="11322639" y="2226402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보여줄 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AB2531-C1E1-73FD-3761-EBE9BDD1607A}"/>
              </a:ext>
            </a:extLst>
          </p:cNvPr>
          <p:cNvSpPr txBox="1"/>
          <p:nvPr/>
        </p:nvSpPr>
        <p:spPr>
          <a:xfrm>
            <a:off x="12563927" y="2182321"/>
            <a:ext cx="914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100</a:t>
            </a:r>
            <a:endParaRPr lang="ko-KR" altLang="en-US" dirty="0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F6F5C5ED-389F-71FA-D086-DF908BD1D1AA}"/>
              </a:ext>
            </a:extLst>
          </p:cNvPr>
          <p:cNvSpPr/>
          <p:nvPr/>
        </p:nvSpPr>
        <p:spPr>
          <a:xfrm rot="10800000">
            <a:off x="13046301" y="2259212"/>
            <a:ext cx="381000" cy="2626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F2B3957-4AA1-26B4-6894-DDE87C4D63AE}"/>
              </a:ext>
            </a:extLst>
          </p:cNvPr>
          <p:cNvSpPr/>
          <p:nvPr/>
        </p:nvSpPr>
        <p:spPr>
          <a:xfrm>
            <a:off x="1225373" y="3602502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132C58C-8C5F-E6A0-DAFC-722E95FE5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968823"/>
              </p:ext>
            </p:extLst>
          </p:nvPr>
        </p:nvGraphicFramePr>
        <p:xfrm>
          <a:off x="1983379" y="3569845"/>
          <a:ext cx="1584742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831">
                  <a:extLst>
                    <a:ext uri="{9D8B030D-6E8A-4147-A177-3AD203B41FA5}">
                      <a16:colId xmlns:a16="http://schemas.microsoft.com/office/drawing/2014/main" val="2797871339"/>
                    </a:ext>
                  </a:extLst>
                </a:gridCol>
                <a:gridCol w="3114790">
                  <a:extLst>
                    <a:ext uri="{9D8B030D-6E8A-4147-A177-3AD203B41FA5}">
                      <a16:colId xmlns:a16="http://schemas.microsoft.com/office/drawing/2014/main" val="446055408"/>
                    </a:ext>
                  </a:extLst>
                </a:gridCol>
                <a:gridCol w="3188952">
                  <a:extLst>
                    <a:ext uri="{9D8B030D-6E8A-4147-A177-3AD203B41FA5}">
                      <a16:colId xmlns:a16="http://schemas.microsoft.com/office/drawing/2014/main" val="1124961967"/>
                    </a:ext>
                  </a:extLst>
                </a:gridCol>
                <a:gridCol w="3188952">
                  <a:extLst>
                    <a:ext uri="{9D8B030D-6E8A-4147-A177-3AD203B41FA5}">
                      <a16:colId xmlns:a16="http://schemas.microsoft.com/office/drawing/2014/main" val="675090341"/>
                    </a:ext>
                  </a:extLst>
                </a:gridCol>
                <a:gridCol w="3167896">
                  <a:extLst>
                    <a:ext uri="{9D8B030D-6E8A-4147-A177-3AD203B41FA5}">
                      <a16:colId xmlns:a16="http://schemas.microsoft.com/office/drawing/2014/main" val="3179564289"/>
                    </a:ext>
                  </a:extLst>
                </a:gridCol>
              </a:tblGrid>
              <a:tr h="2944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linkClick r:id="rId3"/>
                        </a:rPr>
                        <a:t>test@gmail.com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010-1111-1111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1111-1111-1111-1111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서울시 강남구 역삼동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89947"/>
                  </a:ext>
                </a:extLst>
              </a:tr>
              <a:tr h="2871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552245"/>
                  </a:ext>
                </a:extLst>
              </a:tr>
              <a:tr h="22972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757992"/>
                  </a:ext>
                </a:extLst>
              </a:tr>
              <a:tr h="2488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780725"/>
                  </a:ext>
                </a:extLst>
              </a:tr>
              <a:tr h="30111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180884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4C2BA216-6CE3-2FE5-8102-4291FDA5F54B}"/>
              </a:ext>
            </a:extLst>
          </p:cNvPr>
          <p:cNvSpPr/>
          <p:nvPr/>
        </p:nvSpPr>
        <p:spPr>
          <a:xfrm>
            <a:off x="12277092" y="11857520"/>
            <a:ext cx="2923267" cy="57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삭제버튼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842C281-B084-015C-55A4-35556E5559A6}"/>
              </a:ext>
            </a:extLst>
          </p:cNvPr>
          <p:cNvSpPr/>
          <p:nvPr/>
        </p:nvSpPr>
        <p:spPr>
          <a:xfrm>
            <a:off x="15605125" y="11857520"/>
            <a:ext cx="2667000" cy="5791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관리자의 </a:t>
            </a:r>
            <a:r>
              <a:rPr lang="ko-KR" altLang="en-US" dirty="0" err="1"/>
              <a:t>메인화면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9A23107-C87B-77A1-507D-558FF519524C}"/>
              </a:ext>
            </a:extLst>
          </p:cNvPr>
          <p:cNvSpPr/>
          <p:nvPr/>
        </p:nvSpPr>
        <p:spPr>
          <a:xfrm>
            <a:off x="17830802" y="2981373"/>
            <a:ext cx="609598" cy="870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1FA534-91E3-6088-4F54-7CBB4EC96AD1}"/>
              </a:ext>
            </a:extLst>
          </p:cNvPr>
          <p:cNvSpPr/>
          <p:nvPr/>
        </p:nvSpPr>
        <p:spPr>
          <a:xfrm>
            <a:off x="17983200" y="3569845"/>
            <a:ext cx="288925" cy="397395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6A83EB-E25C-DF44-25E2-F98C7F3D45B8}"/>
              </a:ext>
            </a:extLst>
          </p:cNvPr>
          <p:cNvSpPr/>
          <p:nvPr/>
        </p:nvSpPr>
        <p:spPr>
          <a:xfrm>
            <a:off x="1225373" y="3963159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50FCEBB-4461-CE9D-DC79-C36BD6B2939B}"/>
              </a:ext>
            </a:extLst>
          </p:cNvPr>
          <p:cNvSpPr/>
          <p:nvPr/>
        </p:nvSpPr>
        <p:spPr>
          <a:xfrm>
            <a:off x="1237254" y="5078605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90250D-8E3F-1C75-C9C9-4A6609B6492C}"/>
              </a:ext>
            </a:extLst>
          </p:cNvPr>
          <p:cNvSpPr/>
          <p:nvPr/>
        </p:nvSpPr>
        <p:spPr>
          <a:xfrm>
            <a:off x="1237254" y="4687776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1126E43-C02F-9C30-259F-2327A547E79B}"/>
              </a:ext>
            </a:extLst>
          </p:cNvPr>
          <p:cNvSpPr/>
          <p:nvPr/>
        </p:nvSpPr>
        <p:spPr>
          <a:xfrm>
            <a:off x="1237254" y="4323816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008D776D-9656-66FD-1066-5F8B2F9EB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082313"/>
              </p:ext>
            </p:extLst>
          </p:nvPr>
        </p:nvGraphicFramePr>
        <p:xfrm>
          <a:off x="1983377" y="5410200"/>
          <a:ext cx="1584742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831">
                  <a:extLst>
                    <a:ext uri="{9D8B030D-6E8A-4147-A177-3AD203B41FA5}">
                      <a16:colId xmlns:a16="http://schemas.microsoft.com/office/drawing/2014/main" val="2797871339"/>
                    </a:ext>
                  </a:extLst>
                </a:gridCol>
                <a:gridCol w="3114790">
                  <a:extLst>
                    <a:ext uri="{9D8B030D-6E8A-4147-A177-3AD203B41FA5}">
                      <a16:colId xmlns:a16="http://schemas.microsoft.com/office/drawing/2014/main" val="446055408"/>
                    </a:ext>
                  </a:extLst>
                </a:gridCol>
                <a:gridCol w="3188952">
                  <a:extLst>
                    <a:ext uri="{9D8B030D-6E8A-4147-A177-3AD203B41FA5}">
                      <a16:colId xmlns:a16="http://schemas.microsoft.com/office/drawing/2014/main" val="1124961967"/>
                    </a:ext>
                  </a:extLst>
                </a:gridCol>
                <a:gridCol w="3188952">
                  <a:extLst>
                    <a:ext uri="{9D8B030D-6E8A-4147-A177-3AD203B41FA5}">
                      <a16:colId xmlns:a16="http://schemas.microsoft.com/office/drawing/2014/main" val="675090341"/>
                    </a:ext>
                  </a:extLst>
                </a:gridCol>
                <a:gridCol w="3167896">
                  <a:extLst>
                    <a:ext uri="{9D8B030D-6E8A-4147-A177-3AD203B41FA5}">
                      <a16:colId xmlns:a16="http://schemas.microsoft.com/office/drawing/2014/main" val="3179564289"/>
                    </a:ext>
                  </a:extLst>
                </a:gridCol>
              </a:tblGrid>
              <a:tr h="2944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linkClick r:id="rId3"/>
                        </a:rPr>
                        <a:t>test@gmail.com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010-1111-1111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1111-1111-1111-1111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서울시 강남구 역삼동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89947"/>
                  </a:ext>
                </a:extLst>
              </a:tr>
              <a:tr h="2871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552245"/>
                  </a:ext>
                </a:extLst>
              </a:tr>
              <a:tr h="22972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757992"/>
                  </a:ext>
                </a:extLst>
              </a:tr>
              <a:tr h="2488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780725"/>
                  </a:ext>
                </a:extLst>
              </a:tr>
              <a:tr h="30111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180884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0477B3A6-74D4-E9F6-E170-AA76EB805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805550"/>
              </p:ext>
            </p:extLst>
          </p:nvPr>
        </p:nvGraphicFramePr>
        <p:xfrm>
          <a:off x="1964920" y="7271460"/>
          <a:ext cx="1584742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831">
                  <a:extLst>
                    <a:ext uri="{9D8B030D-6E8A-4147-A177-3AD203B41FA5}">
                      <a16:colId xmlns:a16="http://schemas.microsoft.com/office/drawing/2014/main" val="2797871339"/>
                    </a:ext>
                  </a:extLst>
                </a:gridCol>
                <a:gridCol w="3114790">
                  <a:extLst>
                    <a:ext uri="{9D8B030D-6E8A-4147-A177-3AD203B41FA5}">
                      <a16:colId xmlns:a16="http://schemas.microsoft.com/office/drawing/2014/main" val="446055408"/>
                    </a:ext>
                  </a:extLst>
                </a:gridCol>
                <a:gridCol w="3188952">
                  <a:extLst>
                    <a:ext uri="{9D8B030D-6E8A-4147-A177-3AD203B41FA5}">
                      <a16:colId xmlns:a16="http://schemas.microsoft.com/office/drawing/2014/main" val="1124961967"/>
                    </a:ext>
                  </a:extLst>
                </a:gridCol>
                <a:gridCol w="3188952">
                  <a:extLst>
                    <a:ext uri="{9D8B030D-6E8A-4147-A177-3AD203B41FA5}">
                      <a16:colId xmlns:a16="http://schemas.microsoft.com/office/drawing/2014/main" val="675090341"/>
                    </a:ext>
                  </a:extLst>
                </a:gridCol>
                <a:gridCol w="3167896">
                  <a:extLst>
                    <a:ext uri="{9D8B030D-6E8A-4147-A177-3AD203B41FA5}">
                      <a16:colId xmlns:a16="http://schemas.microsoft.com/office/drawing/2014/main" val="3179564289"/>
                    </a:ext>
                  </a:extLst>
                </a:gridCol>
              </a:tblGrid>
              <a:tr h="2944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linkClick r:id="rId3"/>
                        </a:rPr>
                        <a:t>test@gmail.com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010-1111-1111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1111-1111-1111-1111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서울시 강남구 역삼동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89947"/>
                  </a:ext>
                </a:extLst>
              </a:tr>
              <a:tr h="2871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552245"/>
                  </a:ext>
                </a:extLst>
              </a:tr>
              <a:tr h="22972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757992"/>
                  </a:ext>
                </a:extLst>
              </a:tr>
              <a:tr h="2488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780725"/>
                  </a:ext>
                </a:extLst>
              </a:tr>
              <a:tr h="30111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180884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200B2846-FF04-A7B5-AECE-A7D6A655F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344820"/>
              </p:ext>
            </p:extLst>
          </p:nvPr>
        </p:nvGraphicFramePr>
        <p:xfrm>
          <a:off x="1982337" y="9105058"/>
          <a:ext cx="1584742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831">
                  <a:extLst>
                    <a:ext uri="{9D8B030D-6E8A-4147-A177-3AD203B41FA5}">
                      <a16:colId xmlns:a16="http://schemas.microsoft.com/office/drawing/2014/main" val="2797871339"/>
                    </a:ext>
                  </a:extLst>
                </a:gridCol>
                <a:gridCol w="3114790">
                  <a:extLst>
                    <a:ext uri="{9D8B030D-6E8A-4147-A177-3AD203B41FA5}">
                      <a16:colId xmlns:a16="http://schemas.microsoft.com/office/drawing/2014/main" val="446055408"/>
                    </a:ext>
                  </a:extLst>
                </a:gridCol>
                <a:gridCol w="3188952">
                  <a:extLst>
                    <a:ext uri="{9D8B030D-6E8A-4147-A177-3AD203B41FA5}">
                      <a16:colId xmlns:a16="http://schemas.microsoft.com/office/drawing/2014/main" val="1124961967"/>
                    </a:ext>
                  </a:extLst>
                </a:gridCol>
                <a:gridCol w="3188952">
                  <a:extLst>
                    <a:ext uri="{9D8B030D-6E8A-4147-A177-3AD203B41FA5}">
                      <a16:colId xmlns:a16="http://schemas.microsoft.com/office/drawing/2014/main" val="675090341"/>
                    </a:ext>
                  </a:extLst>
                </a:gridCol>
                <a:gridCol w="3167896">
                  <a:extLst>
                    <a:ext uri="{9D8B030D-6E8A-4147-A177-3AD203B41FA5}">
                      <a16:colId xmlns:a16="http://schemas.microsoft.com/office/drawing/2014/main" val="3179564289"/>
                    </a:ext>
                  </a:extLst>
                </a:gridCol>
              </a:tblGrid>
              <a:tr h="2944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hlinkClick r:id="rId3"/>
                        </a:rPr>
                        <a:t>test@gmail.com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010-1111-1111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1111-1111-1111-1111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서울시 강남구 역삼동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89947"/>
                  </a:ext>
                </a:extLst>
              </a:tr>
              <a:tr h="28715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552245"/>
                  </a:ext>
                </a:extLst>
              </a:tr>
              <a:tr h="22972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757992"/>
                  </a:ext>
                </a:extLst>
              </a:tr>
              <a:tr h="248865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780725"/>
                  </a:ext>
                </a:extLst>
              </a:tr>
              <a:tr h="30111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180884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A9EBE06F-D4BD-1B0D-9B25-BA05AB208041}"/>
              </a:ext>
            </a:extLst>
          </p:cNvPr>
          <p:cNvSpPr/>
          <p:nvPr/>
        </p:nvSpPr>
        <p:spPr>
          <a:xfrm>
            <a:off x="1121459" y="8877493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7A9E6B1-A42F-2EBA-42C3-0E12F85DEE72}"/>
              </a:ext>
            </a:extLst>
          </p:cNvPr>
          <p:cNvSpPr/>
          <p:nvPr/>
        </p:nvSpPr>
        <p:spPr>
          <a:xfrm>
            <a:off x="1226733" y="5878175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FEF94EF-07ED-A35F-1CE7-30009F21376A}"/>
              </a:ext>
            </a:extLst>
          </p:cNvPr>
          <p:cNvSpPr/>
          <p:nvPr/>
        </p:nvSpPr>
        <p:spPr>
          <a:xfrm>
            <a:off x="1237254" y="5496229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4C8209F-BBE3-AAA9-B1C8-ACEDD2C443AE}"/>
              </a:ext>
            </a:extLst>
          </p:cNvPr>
          <p:cNvSpPr/>
          <p:nvPr/>
        </p:nvSpPr>
        <p:spPr>
          <a:xfrm>
            <a:off x="1238614" y="6602792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E1521283-703D-7C76-0CD5-FA4DAD6A6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175935"/>
              </p:ext>
            </p:extLst>
          </p:nvPr>
        </p:nvGraphicFramePr>
        <p:xfrm>
          <a:off x="870544" y="9182293"/>
          <a:ext cx="1068976" cy="1874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976">
                  <a:extLst>
                    <a:ext uri="{9D8B030D-6E8A-4147-A177-3AD203B41FA5}">
                      <a16:colId xmlns:a16="http://schemas.microsoft.com/office/drawing/2014/main" val="1170828446"/>
                    </a:ext>
                  </a:extLst>
                </a:gridCol>
              </a:tblGrid>
              <a:tr h="40225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7500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57039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6585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6849"/>
                  </a:ext>
                </a:extLst>
              </a:tr>
              <a:tr h="37455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051776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CFE896F3-8E0B-20B2-54F5-1C36F6B7DB98}"/>
              </a:ext>
            </a:extLst>
          </p:cNvPr>
          <p:cNvSpPr/>
          <p:nvPr/>
        </p:nvSpPr>
        <p:spPr>
          <a:xfrm>
            <a:off x="1238614" y="6238832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F1B3C022-9EEB-9861-4340-A98A41040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534715"/>
              </p:ext>
            </p:extLst>
          </p:nvPr>
        </p:nvGraphicFramePr>
        <p:xfrm>
          <a:off x="837162" y="7346305"/>
          <a:ext cx="1068976" cy="1874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976">
                  <a:extLst>
                    <a:ext uri="{9D8B030D-6E8A-4147-A177-3AD203B41FA5}">
                      <a16:colId xmlns:a16="http://schemas.microsoft.com/office/drawing/2014/main" val="1170828446"/>
                    </a:ext>
                  </a:extLst>
                </a:gridCol>
              </a:tblGrid>
              <a:tr h="40225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7500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 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57039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6585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6849"/>
                  </a:ext>
                </a:extLst>
              </a:tr>
              <a:tr h="374556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051776"/>
                  </a:ext>
                </a:extLst>
              </a:tr>
            </a:tbl>
          </a:graphicData>
        </a:graphic>
      </p:graphicFrame>
      <p:sp>
        <p:nvSpPr>
          <p:cNvPr id="52" name="직사각형 51">
            <a:extLst>
              <a:ext uri="{FF2B5EF4-FFF2-40B4-BE49-F238E27FC236}">
                <a16:creationId xmlns:a16="http://schemas.microsoft.com/office/drawing/2014/main" id="{C415EB6F-D1EF-C8FC-5C62-6F143D7D732F}"/>
              </a:ext>
            </a:extLst>
          </p:cNvPr>
          <p:cNvSpPr/>
          <p:nvPr/>
        </p:nvSpPr>
        <p:spPr>
          <a:xfrm>
            <a:off x="1238614" y="7037972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7F9AEAE-3C83-7ADE-C719-0091E91810DE}"/>
              </a:ext>
            </a:extLst>
          </p:cNvPr>
          <p:cNvSpPr/>
          <p:nvPr/>
        </p:nvSpPr>
        <p:spPr>
          <a:xfrm>
            <a:off x="1259570" y="7434896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8DA9F05-6F8C-5771-8C0D-499E5AF2DA58}"/>
              </a:ext>
            </a:extLst>
          </p:cNvPr>
          <p:cNvSpPr/>
          <p:nvPr/>
        </p:nvSpPr>
        <p:spPr>
          <a:xfrm>
            <a:off x="1248238" y="7808120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21F0654-9604-DB7A-EC39-4AB427F31A40}"/>
              </a:ext>
            </a:extLst>
          </p:cNvPr>
          <p:cNvSpPr/>
          <p:nvPr/>
        </p:nvSpPr>
        <p:spPr>
          <a:xfrm>
            <a:off x="1260119" y="8532737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A7A8050-B577-1453-E757-AA2BC43128F1}"/>
              </a:ext>
            </a:extLst>
          </p:cNvPr>
          <p:cNvSpPr/>
          <p:nvPr/>
        </p:nvSpPr>
        <p:spPr>
          <a:xfrm>
            <a:off x="1260119" y="8168777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1677E23-D0EE-2658-A9E5-917A5EE8AB0A}"/>
              </a:ext>
            </a:extLst>
          </p:cNvPr>
          <p:cNvSpPr/>
          <p:nvPr/>
        </p:nvSpPr>
        <p:spPr>
          <a:xfrm>
            <a:off x="1238357" y="8928160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631BC67-4A13-70FD-D484-D589ABF0D0F1}"/>
              </a:ext>
            </a:extLst>
          </p:cNvPr>
          <p:cNvSpPr/>
          <p:nvPr/>
        </p:nvSpPr>
        <p:spPr>
          <a:xfrm>
            <a:off x="1250238" y="9652777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908128F-CBA4-93F7-8F3F-6B56E39290A3}"/>
              </a:ext>
            </a:extLst>
          </p:cNvPr>
          <p:cNvSpPr/>
          <p:nvPr/>
        </p:nvSpPr>
        <p:spPr>
          <a:xfrm>
            <a:off x="1250238" y="9288817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3AF1E7E-542B-8CA7-24AE-A7873802B34F}"/>
              </a:ext>
            </a:extLst>
          </p:cNvPr>
          <p:cNvSpPr/>
          <p:nvPr/>
        </p:nvSpPr>
        <p:spPr>
          <a:xfrm>
            <a:off x="1226733" y="10042488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655D9E4-4893-88BC-033B-82FD5A4E91DB}"/>
              </a:ext>
            </a:extLst>
          </p:cNvPr>
          <p:cNvSpPr/>
          <p:nvPr/>
        </p:nvSpPr>
        <p:spPr>
          <a:xfrm>
            <a:off x="1238614" y="10767105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0203FED-FDF1-1B51-DC24-270237D2B8F8}"/>
              </a:ext>
            </a:extLst>
          </p:cNvPr>
          <p:cNvSpPr/>
          <p:nvPr/>
        </p:nvSpPr>
        <p:spPr>
          <a:xfrm>
            <a:off x="1238614" y="10403145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016F1DD8-2C94-36F0-5A12-326898FEFB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412082"/>
              </p:ext>
            </p:extLst>
          </p:nvPr>
        </p:nvGraphicFramePr>
        <p:xfrm>
          <a:off x="1929674" y="10951908"/>
          <a:ext cx="1593922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845">
                  <a:extLst>
                    <a:ext uri="{9D8B030D-6E8A-4147-A177-3AD203B41FA5}">
                      <a16:colId xmlns:a16="http://schemas.microsoft.com/office/drawing/2014/main" val="2252759157"/>
                    </a:ext>
                  </a:extLst>
                </a:gridCol>
                <a:gridCol w="3187845">
                  <a:extLst>
                    <a:ext uri="{9D8B030D-6E8A-4147-A177-3AD203B41FA5}">
                      <a16:colId xmlns:a16="http://schemas.microsoft.com/office/drawing/2014/main" val="2089820959"/>
                    </a:ext>
                  </a:extLst>
                </a:gridCol>
                <a:gridCol w="3187845">
                  <a:extLst>
                    <a:ext uri="{9D8B030D-6E8A-4147-A177-3AD203B41FA5}">
                      <a16:colId xmlns:a16="http://schemas.microsoft.com/office/drawing/2014/main" val="1404254424"/>
                    </a:ext>
                  </a:extLst>
                </a:gridCol>
                <a:gridCol w="3187845">
                  <a:extLst>
                    <a:ext uri="{9D8B030D-6E8A-4147-A177-3AD203B41FA5}">
                      <a16:colId xmlns:a16="http://schemas.microsoft.com/office/drawing/2014/main" val="2128858860"/>
                    </a:ext>
                  </a:extLst>
                </a:gridCol>
                <a:gridCol w="3187845">
                  <a:extLst>
                    <a:ext uri="{9D8B030D-6E8A-4147-A177-3AD203B41FA5}">
                      <a16:colId xmlns:a16="http://schemas.microsoft.com/office/drawing/2014/main" val="2289779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97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375327"/>
                  </a:ext>
                </a:extLst>
              </a:tr>
            </a:tbl>
          </a:graphicData>
        </a:graphic>
      </p:graphicFrame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23B040DA-BEDA-7920-BF54-AFF3DE0FA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399881"/>
              </p:ext>
            </p:extLst>
          </p:nvPr>
        </p:nvGraphicFramePr>
        <p:xfrm>
          <a:off x="922749" y="11026636"/>
          <a:ext cx="10070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020">
                  <a:extLst>
                    <a:ext uri="{9D8B030D-6E8A-4147-A177-3AD203B41FA5}">
                      <a16:colId xmlns:a16="http://schemas.microsoft.com/office/drawing/2014/main" val="1413467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284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527457"/>
                  </a:ext>
                </a:extLst>
              </a:tr>
            </a:tbl>
          </a:graphicData>
        </a:graphic>
      </p:graphicFrame>
      <p:sp>
        <p:nvSpPr>
          <p:cNvPr id="79" name="직사각형 78">
            <a:extLst>
              <a:ext uri="{FF2B5EF4-FFF2-40B4-BE49-F238E27FC236}">
                <a16:creationId xmlns:a16="http://schemas.microsoft.com/office/drawing/2014/main" id="{240F531F-03B9-06C9-FF91-83F7D2CA020B}"/>
              </a:ext>
            </a:extLst>
          </p:cNvPr>
          <p:cNvSpPr/>
          <p:nvPr/>
        </p:nvSpPr>
        <p:spPr>
          <a:xfrm>
            <a:off x="1251908" y="11057069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431F9CA-39D5-D8D7-352A-CC9236683106}"/>
              </a:ext>
            </a:extLst>
          </p:cNvPr>
          <p:cNvSpPr/>
          <p:nvPr/>
        </p:nvSpPr>
        <p:spPr>
          <a:xfrm>
            <a:off x="1279344" y="11430929"/>
            <a:ext cx="304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Pages>2</Pages>
  <Words>177</Words>
  <Characters>0</Characters>
  <Application>Microsoft Office PowerPoint</Application>
  <DocSecurity>0</DocSecurity>
  <PresentationFormat>사용자 지정</PresentationFormat>
  <Lines>0</Lines>
  <Paragraphs>81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맑은 고딕</vt:lpstr>
      <vt:lpstr>Wingdings</vt:lpstr>
      <vt:lpstr>Arial</vt:lpstr>
      <vt:lpstr>Calibri</vt:lpstr>
      <vt:lpstr>Pretendard Regular</vt:lpstr>
      <vt:lpstr>Office Theme</vt:lpstr>
      <vt:lpstr>Office theme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신승덕.</cp:lastModifiedBy>
  <cp:revision>3</cp:revision>
  <dcterms:modified xsi:type="dcterms:W3CDTF">2025-10-05T10:38:01Z</dcterms:modified>
  <cp:version>10.105.280.55985</cp:version>
</cp:coreProperties>
</file>